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th Dice" userId="6299c630df552f79" providerId="LiveId" clId="{5EFB8078-455C-4A54-8D60-C095455863D1}"/>
    <pc:docChg chg="undo custSel addSld delSld modSld sldOrd">
      <pc:chgData name="Seth Dice" userId="6299c630df552f79" providerId="LiveId" clId="{5EFB8078-455C-4A54-8D60-C095455863D1}" dt="2025-08-10T19:10:34.872" v="3565" actId="255"/>
      <pc:docMkLst>
        <pc:docMk/>
      </pc:docMkLst>
      <pc:sldChg chg="modSp new mod">
        <pc:chgData name="Seth Dice" userId="6299c630df552f79" providerId="LiveId" clId="{5EFB8078-455C-4A54-8D60-C095455863D1}" dt="2025-08-10T17:43:55.337" v="132" actId="20577"/>
        <pc:sldMkLst>
          <pc:docMk/>
          <pc:sldMk cId="2476182918" sldId="256"/>
        </pc:sldMkLst>
        <pc:spChg chg="mod">
          <ac:chgData name="Seth Dice" userId="6299c630df552f79" providerId="LiveId" clId="{5EFB8078-455C-4A54-8D60-C095455863D1}" dt="2025-08-10T17:43:17.544" v="4" actId="27636"/>
          <ac:spMkLst>
            <pc:docMk/>
            <pc:sldMk cId="2476182918" sldId="256"/>
            <ac:spMk id="2" creationId="{14A8154A-5AC0-A380-851B-C27C587E1310}"/>
          </ac:spMkLst>
        </pc:spChg>
        <pc:spChg chg="mod">
          <ac:chgData name="Seth Dice" userId="6299c630df552f79" providerId="LiveId" clId="{5EFB8078-455C-4A54-8D60-C095455863D1}" dt="2025-08-10T17:43:55.337" v="132" actId="20577"/>
          <ac:spMkLst>
            <pc:docMk/>
            <pc:sldMk cId="2476182918" sldId="256"/>
            <ac:spMk id="3" creationId="{DE8B20E4-CC30-A199-9858-CB5602935C62}"/>
          </ac:spMkLst>
        </pc:spChg>
      </pc:sldChg>
      <pc:sldChg chg="modSp new mod">
        <pc:chgData name="Seth Dice" userId="6299c630df552f79" providerId="LiveId" clId="{5EFB8078-455C-4A54-8D60-C095455863D1}" dt="2025-08-10T18:35:16.242" v="664" actId="255"/>
        <pc:sldMkLst>
          <pc:docMk/>
          <pc:sldMk cId="1865260143" sldId="257"/>
        </pc:sldMkLst>
        <pc:spChg chg="mod">
          <ac:chgData name="Seth Dice" userId="6299c630df552f79" providerId="LiveId" clId="{5EFB8078-455C-4A54-8D60-C095455863D1}" dt="2025-08-10T17:57:25.399" v="212" actId="122"/>
          <ac:spMkLst>
            <pc:docMk/>
            <pc:sldMk cId="1865260143" sldId="257"/>
            <ac:spMk id="2" creationId="{06F87AA2-326D-6825-AE1B-F5B3BEE2E0AA}"/>
          </ac:spMkLst>
        </pc:spChg>
        <pc:spChg chg="mod">
          <ac:chgData name="Seth Dice" userId="6299c630df552f79" providerId="LiveId" clId="{5EFB8078-455C-4A54-8D60-C095455863D1}" dt="2025-08-10T18:35:16.242" v="664" actId="255"/>
          <ac:spMkLst>
            <pc:docMk/>
            <pc:sldMk cId="1865260143" sldId="257"/>
            <ac:spMk id="3" creationId="{84CCAFB5-C122-08E2-319D-21F9F67A3ED1}"/>
          </ac:spMkLst>
        </pc:spChg>
      </pc:sldChg>
      <pc:sldChg chg="modSp new mod">
        <pc:chgData name="Seth Dice" userId="6299c630df552f79" providerId="LiveId" clId="{5EFB8078-455C-4A54-8D60-C095455863D1}" dt="2025-08-10T18:43:20.872" v="933" actId="255"/>
        <pc:sldMkLst>
          <pc:docMk/>
          <pc:sldMk cId="434198600" sldId="258"/>
        </pc:sldMkLst>
        <pc:spChg chg="mod">
          <ac:chgData name="Seth Dice" userId="6299c630df552f79" providerId="LiveId" clId="{5EFB8078-455C-4A54-8D60-C095455863D1}" dt="2025-08-10T18:42:03" v="683" actId="122"/>
          <ac:spMkLst>
            <pc:docMk/>
            <pc:sldMk cId="434198600" sldId="258"/>
            <ac:spMk id="2" creationId="{140F1689-6B00-33C7-725A-4C5CFA3908CB}"/>
          </ac:spMkLst>
        </pc:spChg>
        <pc:spChg chg="mod">
          <ac:chgData name="Seth Dice" userId="6299c630df552f79" providerId="LiveId" clId="{5EFB8078-455C-4A54-8D60-C095455863D1}" dt="2025-08-10T18:43:20.872" v="933" actId="255"/>
          <ac:spMkLst>
            <pc:docMk/>
            <pc:sldMk cId="434198600" sldId="258"/>
            <ac:spMk id="3" creationId="{5EC46FF6-09B7-872E-5174-639F25C6C345}"/>
          </ac:spMkLst>
        </pc:spChg>
      </pc:sldChg>
      <pc:sldChg chg="modSp new mod">
        <pc:chgData name="Seth Dice" userId="6299c630df552f79" providerId="LiveId" clId="{5EFB8078-455C-4A54-8D60-C095455863D1}" dt="2025-08-10T18:45:44.477" v="1091" actId="20577"/>
        <pc:sldMkLst>
          <pc:docMk/>
          <pc:sldMk cId="314052654" sldId="259"/>
        </pc:sldMkLst>
        <pc:spChg chg="mod">
          <ac:chgData name="Seth Dice" userId="6299c630df552f79" providerId="LiveId" clId="{5EFB8078-455C-4A54-8D60-C095455863D1}" dt="2025-08-10T18:43:47.197" v="949" actId="20577"/>
          <ac:spMkLst>
            <pc:docMk/>
            <pc:sldMk cId="314052654" sldId="259"/>
            <ac:spMk id="2" creationId="{9F20456E-5F22-8036-E76C-9979A7B689BB}"/>
          </ac:spMkLst>
        </pc:spChg>
        <pc:spChg chg="mod">
          <ac:chgData name="Seth Dice" userId="6299c630df552f79" providerId="LiveId" clId="{5EFB8078-455C-4A54-8D60-C095455863D1}" dt="2025-08-10T18:45:44.477" v="1091" actId="20577"/>
          <ac:spMkLst>
            <pc:docMk/>
            <pc:sldMk cId="314052654" sldId="259"/>
            <ac:spMk id="3" creationId="{B2130072-BCE0-630A-0A25-A99E61859A0D}"/>
          </ac:spMkLst>
        </pc:spChg>
      </pc:sldChg>
      <pc:sldChg chg="modSp new mod">
        <pc:chgData name="Seth Dice" userId="6299c630df552f79" providerId="LiveId" clId="{5EFB8078-455C-4A54-8D60-C095455863D1}" dt="2025-08-10T18:47:50.845" v="1374" actId="255"/>
        <pc:sldMkLst>
          <pc:docMk/>
          <pc:sldMk cId="2221372073" sldId="260"/>
        </pc:sldMkLst>
        <pc:spChg chg="mod">
          <ac:chgData name="Seth Dice" userId="6299c630df552f79" providerId="LiveId" clId="{5EFB8078-455C-4A54-8D60-C095455863D1}" dt="2025-08-10T18:46:12.196" v="1105" actId="20577"/>
          <ac:spMkLst>
            <pc:docMk/>
            <pc:sldMk cId="2221372073" sldId="260"/>
            <ac:spMk id="2" creationId="{3C280554-EA3D-2C81-5117-69CFA29085F5}"/>
          </ac:spMkLst>
        </pc:spChg>
        <pc:spChg chg="mod">
          <ac:chgData name="Seth Dice" userId="6299c630df552f79" providerId="LiveId" clId="{5EFB8078-455C-4A54-8D60-C095455863D1}" dt="2025-08-10T18:47:50.845" v="1374" actId="255"/>
          <ac:spMkLst>
            <pc:docMk/>
            <pc:sldMk cId="2221372073" sldId="260"/>
            <ac:spMk id="3" creationId="{C04AA0BC-AC61-E3EF-AC71-03D57795C940}"/>
          </ac:spMkLst>
        </pc:spChg>
      </pc:sldChg>
      <pc:sldChg chg="modSp new mod">
        <pc:chgData name="Seth Dice" userId="6299c630df552f79" providerId="LiveId" clId="{5EFB8078-455C-4A54-8D60-C095455863D1}" dt="2025-08-10T18:52:46.154" v="1769" actId="255"/>
        <pc:sldMkLst>
          <pc:docMk/>
          <pc:sldMk cId="1380233558" sldId="261"/>
        </pc:sldMkLst>
        <pc:spChg chg="mod">
          <ac:chgData name="Seth Dice" userId="6299c630df552f79" providerId="LiveId" clId="{5EFB8078-455C-4A54-8D60-C095455863D1}" dt="2025-08-10T18:48:35.571" v="1394" actId="122"/>
          <ac:spMkLst>
            <pc:docMk/>
            <pc:sldMk cId="1380233558" sldId="261"/>
            <ac:spMk id="2" creationId="{97C57960-B6A6-419B-CE1E-D6A93B2FD851}"/>
          </ac:spMkLst>
        </pc:spChg>
        <pc:spChg chg="mod">
          <ac:chgData name="Seth Dice" userId="6299c630df552f79" providerId="LiveId" clId="{5EFB8078-455C-4A54-8D60-C095455863D1}" dt="2025-08-10T18:52:46.154" v="1769" actId="255"/>
          <ac:spMkLst>
            <pc:docMk/>
            <pc:sldMk cId="1380233558" sldId="261"/>
            <ac:spMk id="3" creationId="{87965DFF-41FC-520B-76BD-46EDA358B2DF}"/>
          </ac:spMkLst>
        </pc:spChg>
      </pc:sldChg>
      <pc:sldChg chg="addSp delSp modSp new mod ord">
        <pc:chgData name="Seth Dice" userId="6299c630df552f79" providerId="LiveId" clId="{5EFB8078-455C-4A54-8D60-C095455863D1}" dt="2025-08-10T18:56:25.539" v="2079" actId="255"/>
        <pc:sldMkLst>
          <pc:docMk/>
          <pc:sldMk cId="2391106865" sldId="262"/>
        </pc:sldMkLst>
        <pc:spChg chg="mod">
          <ac:chgData name="Seth Dice" userId="6299c630df552f79" providerId="LiveId" clId="{5EFB8078-455C-4A54-8D60-C095455863D1}" dt="2025-08-10T18:55:09.419" v="1921" actId="122"/>
          <ac:spMkLst>
            <pc:docMk/>
            <pc:sldMk cId="2391106865" sldId="262"/>
            <ac:spMk id="2" creationId="{FB925C42-F564-80CD-C323-658092453A59}"/>
          </ac:spMkLst>
        </pc:spChg>
        <pc:spChg chg="del">
          <ac:chgData name="Seth Dice" userId="6299c630df552f79" providerId="LiveId" clId="{5EFB8078-455C-4A54-8D60-C095455863D1}" dt="2025-08-10T18:55:16.414" v="1922"/>
          <ac:spMkLst>
            <pc:docMk/>
            <pc:sldMk cId="2391106865" sldId="262"/>
            <ac:spMk id="3" creationId="{B6FF02D2-AB68-3394-B94A-A330F797DAD5}"/>
          </ac:spMkLst>
        </pc:spChg>
        <pc:spChg chg="add mod">
          <ac:chgData name="Seth Dice" userId="6299c630df552f79" providerId="LiveId" clId="{5EFB8078-455C-4A54-8D60-C095455863D1}" dt="2025-08-10T18:56:25.539" v="2079" actId="255"/>
          <ac:spMkLst>
            <pc:docMk/>
            <pc:sldMk cId="2391106865" sldId="262"/>
            <ac:spMk id="5" creationId="{4A42A6EB-B7E7-1B7D-2870-671B84418172}"/>
          </ac:spMkLst>
        </pc:spChg>
        <pc:picChg chg="add mod">
          <ac:chgData name="Seth Dice" userId="6299c630df552f79" providerId="LiveId" clId="{5EFB8078-455C-4A54-8D60-C095455863D1}" dt="2025-08-10T18:55:23.199" v="1924" actId="1076"/>
          <ac:picMkLst>
            <pc:docMk/>
            <pc:sldMk cId="2391106865" sldId="262"/>
            <ac:picMk id="4" creationId="{1E733581-3D12-2BDA-724C-BBA1CE469C63}"/>
          </ac:picMkLst>
        </pc:picChg>
      </pc:sldChg>
      <pc:sldChg chg="addSp delSp modSp new mod">
        <pc:chgData name="Seth Dice" userId="6299c630df552f79" providerId="LiveId" clId="{5EFB8078-455C-4A54-8D60-C095455863D1}" dt="2025-08-10T18:54:42.495" v="1891" actId="14100"/>
        <pc:sldMkLst>
          <pc:docMk/>
          <pc:sldMk cId="1216244455" sldId="263"/>
        </pc:sldMkLst>
        <pc:spChg chg="mod">
          <ac:chgData name="Seth Dice" userId="6299c630df552f79" providerId="LiveId" clId="{5EFB8078-455C-4A54-8D60-C095455863D1}" dt="2025-08-10T18:53:42.096" v="1793" actId="122"/>
          <ac:spMkLst>
            <pc:docMk/>
            <pc:sldMk cId="1216244455" sldId="263"/>
            <ac:spMk id="2" creationId="{A1743507-F901-797F-E852-93478213F18A}"/>
          </ac:spMkLst>
        </pc:spChg>
        <pc:spChg chg="del">
          <ac:chgData name="Seth Dice" userId="6299c630df552f79" providerId="LiveId" clId="{5EFB8078-455C-4A54-8D60-C095455863D1}" dt="2025-08-10T18:53:46.029" v="1794"/>
          <ac:spMkLst>
            <pc:docMk/>
            <pc:sldMk cId="1216244455" sldId="263"/>
            <ac:spMk id="3" creationId="{4C3DF366-2E6E-39F8-1C36-B393E85E82DD}"/>
          </ac:spMkLst>
        </pc:spChg>
        <pc:spChg chg="add mod">
          <ac:chgData name="Seth Dice" userId="6299c630df552f79" providerId="LiveId" clId="{5EFB8078-455C-4A54-8D60-C095455863D1}" dt="2025-08-10T18:54:19.975" v="1885" actId="20577"/>
          <ac:spMkLst>
            <pc:docMk/>
            <pc:sldMk cId="1216244455" sldId="263"/>
            <ac:spMk id="5" creationId="{B1979E48-0057-1EA3-4550-9F58E8E5CDBB}"/>
          </ac:spMkLst>
        </pc:spChg>
        <pc:spChg chg="add del mod">
          <ac:chgData name="Seth Dice" userId="6299c630df552f79" providerId="LiveId" clId="{5EFB8078-455C-4A54-8D60-C095455863D1}" dt="2025-08-10T18:54:32.111" v="1887"/>
          <ac:spMkLst>
            <pc:docMk/>
            <pc:sldMk cId="1216244455" sldId="263"/>
            <ac:spMk id="7" creationId="{6B197C1F-3843-6E29-DCBF-98244A332A64}"/>
          </ac:spMkLst>
        </pc:spChg>
        <pc:picChg chg="add del mod">
          <ac:chgData name="Seth Dice" userId="6299c630df552f79" providerId="LiveId" clId="{5EFB8078-455C-4A54-8D60-C095455863D1}" dt="2025-08-10T18:54:28.625" v="1886" actId="21"/>
          <ac:picMkLst>
            <pc:docMk/>
            <pc:sldMk cId="1216244455" sldId="263"/>
            <ac:picMk id="4" creationId="{651333F0-BEDB-E833-B933-3199A5256AF0}"/>
          </ac:picMkLst>
        </pc:picChg>
        <pc:picChg chg="add mod">
          <ac:chgData name="Seth Dice" userId="6299c630df552f79" providerId="LiveId" clId="{5EFB8078-455C-4A54-8D60-C095455863D1}" dt="2025-08-10T18:54:42.495" v="1891" actId="14100"/>
          <ac:picMkLst>
            <pc:docMk/>
            <pc:sldMk cId="1216244455" sldId="263"/>
            <ac:picMk id="8" creationId="{1C981581-0BC5-D7EB-F56F-241BB8808131}"/>
          </ac:picMkLst>
        </pc:picChg>
      </pc:sldChg>
      <pc:sldChg chg="addSp delSp modSp new mod">
        <pc:chgData name="Seth Dice" userId="6299c630df552f79" providerId="LiveId" clId="{5EFB8078-455C-4A54-8D60-C095455863D1}" dt="2025-08-10T19:00:32.644" v="2462" actId="255"/>
        <pc:sldMkLst>
          <pc:docMk/>
          <pc:sldMk cId="2497791864" sldId="264"/>
        </pc:sldMkLst>
        <pc:spChg chg="mod">
          <ac:chgData name="Seth Dice" userId="6299c630df552f79" providerId="LiveId" clId="{5EFB8078-455C-4A54-8D60-C095455863D1}" dt="2025-08-10T18:57:15.594" v="2105" actId="1076"/>
          <ac:spMkLst>
            <pc:docMk/>
            <pc:sldMk cId="2497791864" sldId="264"/>
            <ac:spMk id="2" creationId="{8C285FA6-9E1D-40CD-9A1E-A49ECF11B49B}"/>
          </ac:spMkLst>
        </pc:spChg>
        <pc:spChg chg="del">
          <ac:chgData name="Seth Dice" userId="6299c630df552f79" providerId="LiveId" clId="{5EFB8078-455C-4A54-8D60-C095455863D1}" dt="2025-08-10T18:57:11.479" v="2104"/>
          <ac:spMkLst>
            <pc:docMk/>
            <pc:sldMk cId="2497791864" sldId="264"/>
            <ac:spMk id="3" creationId="{7DA6410B-7E34-BA87-4588-E66C2140F5C8}"/>
          </ac:spMkLst>
        </pc:spChg>
        <pc:spChg chg="add del mod">
          <ac:chgData name="Seth Dice" userId="6299c630df552f79" providerId="LiveId" clId="{5EFB8078-455C-4A54-8D60-C095455863D1}" dt="2025-08-10T18:57:50.027" v="2109"/>
          <ac:spMkLst>
            <pc:docMk/>
            <pc:sldMk cId="2497791864" sldId="264"/>
            <ac:spMk id="6" creationId="{5D999123-173A-F2C2-59B7-0A237D628D69}"/>
          </ac:spMkLst>
        </pc:spChg>
        <pc:spChg chg="add mod">
          <ac:chgData name="Seth Dice" userId="6299c630df552f79" providerId="LiveId" clId="{5EFB8078-455C-4A54-8D60-C095455863D1}" dt="2025-08-10T19:00:32.644" v="2462" actId="255"/>
          <ac:spMkLst>
            <pc:docMk/>
            <pc:sldMk cId="2497791864" sldId="264"/>
            <ac:spMk id="10" creationId="{A2E555C4-ADA6-0CEB-D29B-8E96F7A69DA9}"/>
          </ac:spMkLst>
        </pc:spChg>
        <pc:picChg chg="add del mod">
          <ac:chgData name="Seth Dice" userId="6299c630df552f79" providerId="LiveId" clId="{5EFB8078-455C-4A54-8D60-C095455863D1}" dt="2025-08-10T18:57:44.008" v="2108" actId="21"/>
          <ac:picMkLst>
            <pc:docMk/>
            <pc:sldMk cId="2497791864" sldId="264"/>
            <ac:picMk id="4" creationId="{8BCAF37A-5987-27E1-A781-E50C488C64BA}"/>
          </ac:picMkLst>
        </pc:picChg>
        <pc:picChg chg="add mod">
          <ac:chgData name="Seth Dice" userId="6299c630df552f79" providerId="LiveId" clId="{5EFB8078-455C-4A54-8D60-C095455863D1}" dt="2025-08-10T18:57:52.471" v="2110" actId="1076"/>
          <ac:picMkLst>
            <pc:docMk/>
            <pc:sldMk cId="2497791864" sldId="264"/>
            <ac:picMk id="9" creationId="{61CB10C6-A315-A576-9228-7A41C56D128C}"/>
          </ac:picMkLst>
        </pc:picChg>
        <pc:picChg chg="add mod">
          <ac:chgData name="Seth Dice" userId="6299c630df552f79" providerId="LiveId" clId="{5EFB8078-455C-4A54-8D60-C095455863D1}" dt="2025-08-10T18:59:46.671" v="2323" actId="14100"/>
          <ac:picMkLst>
            <pc:docMk/>
            <pc:sldMk cId="2497791864" sldId="264"/>
            <ac:picMk id="11" creationId="{31C276C3-6AA1-A7DE-BD4A-CD862CC8B832}"/>
          </ac:picMkLst>
        </pc:picChg>
      </pc:sldChg>
      <pc:sldChg chg="modSp new mod">
        <pc:chgData name="Seth Dice" userId="6299c630df552f79" providerId="LiveId" clId="{5EFB8078-455C-4A54-8D60-C095455863D1}" dt="2025-08-10T17:47:19.168" v="164" actId="20577"/>
        <pc:sldMkLst>
          <pc:docMk/>
          <pc:sldMk cId="3943817956" sldId="265"/>
        </pc:sldMkLst>
        <pc:spChg chg="mod">
          <ac:chgData name="Seth Dice" userId="6299c630df552f79" providerId="LiveId" clId="{5EFB8078-455C-4A54-8D60-C095455863D1}" dt="2025-08-10T17:46:53.852" v="152" actId="122"/>
          <ac:spMkLst>
            <pc:docMk/>
            <pc:sldMk cId="3943817956" sldId="265"/>
            <ac:spMk id="2" creationId="{54FB66A2-E0EB-C67C-2370-282A1211A4EB}"/>
          </ac:spMkLst>
        </pc:spChg>
        <pc:spChg chg="mod">
          <ac:chgData name="Seth Dice" userId="6299c630df552f79" providerId="LiveId" clId="{5EFB8078-455C-4A54-8D60-C095455863D1}" dt="2025-08-10T17:47:19.168" v="164" actId="20577"/>
          <ac:spMkLst>
            <pc:docMk/>
            <pc:sldMk cId="3943817956" sldId="265"/>
            <ac:spMk id="3" creationId="{CAF2023E-1774-7B17-AB4E-97FA493BC123}"/>
          </ac:spMkLst>
        </pc:spChg>
      </pc:sldChg>
      <pc:sldChg chg="addSp modSp new mod">
        <pc:chgData name="Seth Dice" userId="6299c630df552f79" providerId="LiveId" clId="{5EFB8078-455C-4A54-8D60-C095455863D1}" dt="2025-08-10T19:02:42.091" v="2788" actId="20577"/>
        <pc:sldMkLst>
          <pc:docMk/>
          <pc:sldMk cId="1052041178" sldId="266"/>
        </pc:sldMkLst>
        <pc:spChg chg="mod">
          <ac:chgData name="Seth Dice" userId="6299c630df552f79" providerId="LiveId" clId="{5EFB8078-455C-4A54-8D60-C095455863D1}" dt="2025-08-10T19:00:58.311" v="2518" actId="20577"/>
          <ac:spMkLst>
            <pc:docMk/>
            <pc:sldMk cId="1052041178" sldId="266"/>
            <ac:spMk id="2" creationId="{750B4290-1CCF-CA7E-0E06-6EFC11A36EF2}"/>
          </ac:spMkLst>
        </pc:spChg>
        <pc:spChg chg="mod">
          <ac:chgData name="Seth Dice" userId="6299c630df552f79" providerId="LiveId" clId="{5EFB8078-455C-4A54-8D60-C095455863D1}" dt="2025-08-10T19:02:42.091" v="2788" actId="20577"/>
          <ac:spMkLst>
            <pc:docMk/>
            <pc:sldMk cId="1052041178" sldId="266"/>
            <ac:spMk id="3" creationId="{AF05FB44-E70B-9C94-5AB9-1279403553E3}"/>
          </ac:spMkLst>
        </pc:spChg>
        <pc:picChg chg="add mod">
          <ac:chgData name="Seth Dice" userId="6299c630df552f79" providerId="LiveId" clId="{5EFB8078-455C-4A54-8D60-C095455863D1}" dt="2025-08-10T19:01:49.189" v="2643" actId="1076"/>
          <ac:picMkLst>
            <pc:docMk/>
            <pc:sldMk cId="1052041178" sldId="266"/>
            <ac:picMk id="4" creationId="{CA220012-E11A-A76B-0751-DC1E91596E21}"/>
          </ac:picMkLst>
        </pc:picChg>
        <pc:picChg chg="add mod">
          <ac:chgData name="Seth Dice" userId="6299c630df552f79" providerId="LiveId" clId="{5EFB8078-455C-4A54-8D60-C095455863D1}" dt="2025-08-10T19:02:01.431" v="2646" actId="14100"/>
          <ac:picMkLst>
            <pc:docMk/>
            <pc:sldMk cId="1052041178" sldId="266"/>
            <ac:picMk id="5" creationId="{E55899E7-B78D-1C15-E828-AF0E5AE2F6A9}"/>
          </ac:picMkLst>
        </pc:picChg>
      </pc:sldChg>
      <pc:sldChg chg="modSp new mod">
        <pc:chgData name="Seth Dice" userId="6299c630df552f79" providerId="LiveId" clId="{5EFB8078-455C-4A54-8D60-C095455863D1}" dt="2025-08-10T19:08:33.116" v="3174" actId="255"/>
        <pc:sldMkLst>
          <pc:docMk/>
          <pc:sldMk cId="3999191770" sldId="267"/>
        </pc:sldMkLst>
        <pc:spChg chg="mod">
          <ac:chgData name="Seth Dice" userId="6299c630df552f79" providerId="LiveId" clId="{5EFB8078-455C-4A54-8D60-C095455863D1}" dt="2025-08-10T19:04:29.431" v="2813" actId="122"/>
          <ac:spMkLst>
            <pc:docMk/>
            <pc:sldMk cId="3999191770" sldId="267"/>
            <ac:spMk id="2" creationId="{130A066B-E096-5E2F-2614-77829AA594F7}"/>
          </ac:spMkLst>
        </pc:spChg>
        <pc:spChg chg="mod">
          <ac:chgData name="Seth Dice" userId="6299c630df552f79" providerId="LiveId" clId="{5EFB8078-455C-4A54-8D60-C095455863D1}" dt="2025-08-10T19:08:33.116" v="3174" actId="255"/>
          <ac:spMkLst>
            <pc:docMk/>
            <pc:sldMk cId="3999191770" sldId="267"/>
            <ac:spMk id="3" creationId="{379AE8DB-09F7-E4EA-3F8A-5518E17259AC}"/>
          </ac:spMkLst>
        </pc:spChg>
      </pc:sldChg>
      <pc:sldChg chg="modSp new mod">
        <pc:chgData name="Seth Dice" userId="6299c630df552f79" providerId="LiveId" clId="{5EFB8078-455C-4A54-8D60-C095455863D1}" dt="2025-08-10T19:10:34.872" v="3565" actId="255"/>
        <pc:sldMkLst>
          <pc:docMk/>
          <pc:sldMk cId="2201237295" sldId="268"/>
        </pc:sldMkLst>
        <pc:spChg chg="mod">
          <ac:chgData name="Seth Dice" userId="6299c630df552f79" providerId="LiveId" clId="{5EFB8078-455C-4A54-8D60-C095455863D1}" dt="2025-08-10T19:08:56.103" v="3190" actId="122"/>
          <ac:spMkLst>
            <pc:docMk/>
            <pc:sldMk cId="2201237295" sldId="268"/>
            <ac:spMk id="2" creationId="{D064D1BB-6D25-C8B5-FD33-E3B01FE5BAD1}"/>
          </ac:spMkLst>
        </pc:spChg>
        <pc:spChg chg="mod">
          <ac:chgData name="Seth Dice" userId="6299c630df552f79" providerId="LiveId" clId="{5EFB8078-455C-4A54-8D60-C095455863D1}" dt="2025-08-10T19:10:34.872" v="3565" actId="255"/>
          <ac:spMkLst>
            <pc:docMk/>
            <pc:sldMk cId="2201237295" sldId="268"/>
            <ac:spMk id="3" creationId="{794627B7-4FB5-2250-7691-8799379CEBC1}"/>
          </ac:spMkLst>
        </pc:spChg>
      </pc:sldChg>
      <pc:sldChg chg="new del">
        <pc:chgData name="Seth Dice" userId="6299c630df552f79" providerId="LiveId" clId="{5EFB8078-455C-4A54-8D60-C095455863D1}" dt="2025-08-10T19:08:43.823" v="3176" actId="2696"/>
        <pc:sldMkLst>
          <pc:docMk/>
          <pc:sldMk cId="2778876759" sldId="269"/>
        </pc:sldMkLst>
      </pc:sldChg>
      <pc:sldChg chg="new del">
        <pc:chgData name="Seth Dice" userId="6299c630df552f79" providerId="LiveId" clId="{5EFB8078-455C-4A54-8D60-C095455863D1}" dt="2025-08-10T19:08:41.999" v="3175" actId="2696"/>
        <pc:sldMkLst>
          <pc:docMk/>
          <pc:sldMk cId="3272827278"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F41FD-0EDE-DA70-C2BC-9569049898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7E48BD-F3B2-0F9C-5201-0395DA79C4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001090-0405-8E5F-3EF0-53E1F8CEF7DA}"/>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5" name="Footer Placeholder 4">
            <a:extLst>
              <a:ext uri="{FF2B5EF4-FFF2-40B4-BE49-F238E27FC236}">
                <a16:creationId xmlns:a16="http://schemas.microsoft.com/office/drawing/2014/main" id="{CC73BF99-FF71-CDFC-88DC-3A4F1AC7F7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5D4907-9061-5BE2-F707-1CA7527192BB}"/>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2099168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CED5-228A-8FC0-7593-7CB722164A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C229D3-9119-944E-3B54-0BD0CC9663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DDAB80-FB56-3154-7886-FEAF341D0209}"/>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5" name="Footer Placeholder 4">
            <a:extLst>
              <a:ext uri="{FF2B5EF4-FFF2-40B4-BE49-F238E27FC236}">
                <a16:creationId xmlns:a16="http://schemas.microsoft.com/office/drawing/2014/main" id="{085F3B86-86AC-AB00-A95D-5DC694E361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8D6A0D-D610-6AFA-6397-9842B99D69FC}"/>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199179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C613-9F61-B20C-AD78-B737BBDA07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5D592D-66B9-803F-4A26-68E02ABEC3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87DBF4-2024-EEED-FC23-442CD4A00F22}"/>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5" name="Footer Placeholder 4">
            <a:extLst>
              <a:ext uri="{FF2B5EF4-FFF2-40B4-BE49-F238E27FC236}">
                <a16:creationId xmlns:a16="http://schemas.microsoft.com/office/drawing/2014/main" id="{2A33EE92-79C6-C326-5FAD-A2C03A953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3289E-E1F7-E00D-57D3-BA10C37CD1C6}"/>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119565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4C991-9B08-71DB-666E-1C602114B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57D616-4D24-992C-051A-9B0105418E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0DA52B-4589-5033-3687-769855A46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28D4CA-2029-D5E6-CBBE-AF896B6435CC}"/>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6" name="Footer Placeholder 5">
            <a:extLst>
              <a:ext uri="{FF2B5EF4-FFF2-40B4-BE49-F238E27FC236}">
                <a16:creationId xmlns:a16="http://schemas.microsoft.com/office/drawing/2014/main" id="{3432B2F9-0808-D084-4E01-1134532619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5278BB-2233-2BD2-34D5-6B2C15B32FBF}"/>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3854149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1EDCF-FB8D-6596-816C-B25ABC34AA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0FE0CB-0A5C-F7B8-AFDB-3F8E604920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2118A2-BA2E-E828-8085-43F73887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E28F5E-3C39-C433-D9EF-6EFC58B13C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725F41-A1C9-CF74-3320-F8A1272BA7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A31B80-7058-FCAB-C996-7972D1462C16}"/>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8" name="Footer Placeholder 7">
            <a:extLst>
              <a:ext uri="{FF2B5EF4-FFF2-40B4-BE49-F238E27FC236}">
                <a16:creationId xmlns:a16="http://schemas.microsoft.com/office/drawing/2014/main" id="{ADB0161B-C536-15D2-9A42-759CA70A41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C81F64-1434-4A37-0F1F-FAFF3F91DAAB}"/>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278649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52CD7-6615-C474-9A00-5EE6080AC8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A5D2C2-2618-6E8E-D5A3-2B495CF216EB}"/>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4" name="Footer Placeholder 3">
            <a:extLst>
              <a:ext uri="{FF2B5EF4-FFF2-40B4-BE49-F238E27FC236}">
                <a16:creationId xmlns:a16="http://schemas.microsoft.com/office/drawing/2014/main" id="{38207FEA-F01E-11B1-223F-25F41FA2AD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BE21E2-6F95-9896-0420-057B5B4DB0D6}"/>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1403490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C361EC-E448-F906-B788-E0686826E116}"/>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3" name="Footer Placeholder 2">
            <a:extLst>
              <a:ext uri="{FF2B5EF4-FFF2-40B4-BE49-F238E27FC236}">
                <a16:creationId xmlns:a16="http://schemas.microsoft.com/office/drawing/2014/main" id="{0999A9E6-044D-F8AF-EE2B-76A2440D64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C0092E-961B-B85C-5EC7-9152120493CD}"/>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1751378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F212-BC5C-2214-BA3D-CF46E34DC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F82A0D-AE5C-CB04-B736-15AA8834B8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D5CC54-7421-3F7B-5C0F-F3E5F462A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BE8E1A-682A-364C-DEF7-D1019058FC5B}"/>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6" name="Footer Placeholder 5">
            <a:extLst>
              <a:ext uri="{FF2B5EF4-FFF2-40B4-BE49-F238E27FC236}">
                <a16:creationId xmlns:a16="http://schemas.microsoft.com/office/drawing/2014/main" id="{1F3461F4-4B28-721F-F1BF-B6BDF8E14E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E24CC1-5443-8302-4EED-E153D275914B}"/>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27496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A8CD-BF4B-5BEF-1575-2F9C4DD0A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B8C2DD-0215-A5F7-723B-6F3BEF5110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CCE764-83A1-73F8-7878-F211B8707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8CC9F3-C1E3-9587-9EBB-3DDB8C9D8F41}"/>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6" name="Footer Placeholder 5">
            <a:extLst>
              <a:ext uri="{FF2B5EF4-FFF2-40B4-BE49-F238E27FC236}">
                <a16:creationId xmlns:a16="http://schemas.microsoft.com/office/drawing/2014/main" id="{E1E18A7C-9F3E-F51C-5A92-C0C74B5D5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72ACC-A0CA-8EFE-3945-AF63C17933F5}"/>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1874617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73D1-ECE0-1770-CB78-464DCD21D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71D4E0-692D-7E8F-4209-86E2F0ECBC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D0B62-2D3C-8133-382F-93B9B997F763}"/>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5" name="Footer Placeholder 4">
            <a:extLst>
              <a:ext uri="{FF2B5EF4-FFF2-40B4-BE49-F238E27FC236}">
                <a16:creationId xmlns:a16="http://schemas.microsoft.com/office/drawing/2014/main" id="{0C7CE07D-9055-78F2-47C7-4BE6BD806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0BA62-5DB6-61CB-F109-3B84E4D0C87E}"/>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3788957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1E4378-FFAA-70B3-AD33-0B4A14A3EE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A8C5EC-FC4A-7BE2-8E12-1D58B064CF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32CB6-9BC3-4DAC-A00F-B3FDA4BB56C3}"/>
              </a:ext>
            </a:extLst>
          </p:cNvPr>
          <p:cNvSpPr>
            <a:spLocks noGrp="1"/>
          </p:cNvSpPr>
          <p:nvPr>
            <p:ph type="dt" sz="half" idx="10"/>
          </p:nvPr>
        </p:nvSpPr>
        <p:spPr/>
        <p:txBody>
          <a:bodyPr/>
          <a:lstStyle/>
          <a:p>
            <a:fld id="{D248CA34-A71E-4C38-9508-45A619DE9479}" type="datetimeFigureOut">
              <a:rPr lang="en-US" smtClean="0"/>
              <a:t>8/10/2025</a:t>
            </a:fld>
            <a:endParaRPr lang="en-US"/>
          </a:p>
        </p:txBody>
      </p:sp>
      <p:sp>
        <p:nvSpPr>
          <p:cNvPr id="5" name="Footer Placeholder 4">
            <a:extLst>
              <a:ext uri="{FF2B5EF4-FFF2-40B4-BE49-F238E27FC236}">
                <a16:creationId xmlns:a16="http://schemas.microsoft.com/office/drawing/2014/main" id="{2A1AC70F-646E-FADC-D027-2EA51E144A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90E06-3205-1E17-E954-1648C1B8A304}"/>
              </a:ext>
            </a:extLst>
          </p:cNvPr>
          <p:cNvSpPr>
            <a:spLocks noGrp="1"/>
          </p:cNvSpPr>
          <p:nvPr>
            <p:ph type="sldNum" sz="quarter" idx="12"/>
          </p:nvPr>
        </p:nvSpPr>
        <p:spPr/>
        <p:txBody>
          <a:bodyPr/>
          <a:lstStyle/>
          <a:p>
            <a:fld id="{4C5C546F-2EB2-4BA7-89E5-21A0B2FA12AC}" type="slidenum">
              <a:rPr lang="en-US" smtClean="0"/>
              <a:t>‹#›</a:t>
            </a:fld>
            <a:endParaRPr lang="en-US"/>
          </a:p>
        </p:txBody>
      </p:sp>
    </p:spTree>
    <p:extLst>
      <p:ext uri="{BB962C8B-B14F-4D97-AF65-F5344CB8AC3E}">
        <p14:creationId xmlns:p14="http://schemas.microsoft.com/office/powerpoint/2010/main" val="3596834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9A070E-FC66-DF1C-FA7D-E61AC1243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435730-882D-4D26-EEC8-B4AA99325C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057B38-C961-DFB9-C063-FBCE5A14D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48CA34-A71E-4C38-9508-45A619DE9479}" type="datetimeFigureOut">
              <a:rPr lang="en-US" smtClean="0"/>
              <a:t>8/10/2025</a:t>
            </a:fld>
            <a:endParaRPr lang="en-US"/>
          </a:p>
        </p:txBody>
      </p:sp>
      <p:sp>
        <p:nvSpPr>
          <p:cNvPr id="5" name="Footer Placeholder 4">
            <a:extLst>
              <a:ext uri="{FF2B5EF4-FFF2-40B4-BE49-F238E27FC236}">
                <a16:creationId xmlns:a16="http://schemas.microsoft.com/office/drawing/2014/main" id="{749F784B-84A3-20F9-1E9A-D23BB27C92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EBCD95-BF9F-2089-869D-DEB54239AF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5C546F-2EB2-4BA7-89E5-21A0B2FA12AC}" type="slidenum">
              <a:rPr lang="en-US" smtClean="0"/>
              <a:t>‹#›</a:t>
            </a:fld>
            <a:endParaRPr lang="en-US"/>
          </a:p>
        </p:txBody>
      </p:sp>
    </p:spTree>
    <p:extLst>
      <p:ext uri="{BB962C8B-B14F-4D97-AF65-F5344CB8AC3E}">
        <p14:creationId xmlns:p14="http://schemas.microsoft.com/office/powerpoint/2010/main" val="2246954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cdc.gov/nchs/fastats/leading-causes-of-death.htm" TargetMode="External"/><Relationship Id="rId2" Type="http://schemas.openxmlformats.org/officeDocument/2006/relationships/hyperlink" Target="https://diabetescaucus-degette.house.gov/facts-and-figur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8154A-5AC0-A380-851B-C27C587E1310}"/>
              </a:ext>
            </a:extLst>
          </p:cNvPr>
          <p:cNvSpPr>
            <a:spLocks noGrp="1"/>
          </p:cNvSpPr>
          <p:nvPr>
            <p:ph type="ctrTitle"/>
          </p:nvPr>
        </p:nvSpPr>
        <p:spPr/>
        <p:txBody>
          <a:bodyPr>
            <a:normAutofit/>
          </a:bodyPr>
          <a:lstStyle/>
          <a:p>
            <a:r>
              <a:rPr lang="en-US" sz="3100" b="1" dirty="0"/>
              <a:t>Diabetes Feature Correlation and Ranking Using Multinomial Regression</a:t>
            </a:r>
            <a:br>
              <a:rPr lang="en-US" dirty="0"/>
            </a:br>
            <a:endParaRPr lang="en-US" dirty="0"/>
          </a:p>
        </p:txBody>
      </p:sp>
      <p:sp>
        <p:nvSpPr>
          <p:cNvPr id="3" name="Subtitle 2">
            <a:extLst>
              <a:ext uri="{FF2B5EF4-FFF2-40B4-BE49-F238E27FC236}">
                <a16:creationId xmlns:a16="http://schemas.microsoft.com/office/drawing/2014/main" id="{DE8B20E4-CC30-A199-9858-CB5602935C62}"/>
              </a:ext>
            </a:extLst>
          </p:cNvPr>
          <p:cNvSpPr>
            <a:spLocks noGrp="1"/>
          </p:cNvSpPr>
          <p:nvPr>
            <p:ph type="subTitle" idx="1"/>
          </p:nvPr>
        </p:nvSpPr>
        <p:spPr/>
        <p:txBody>
          <a:bodyPr>
            <a:normAutofit fontScale="77500" lnSpcReduction="20000"/>
          </a:bodyPr>
          <a:lstStyle/>
          <a:p>
            <a:r>
              <a:rPr lang="en-US" dirty="0"/>
              <a:t>Seth W. Dice</a:t>
            </a:r>
          </a:p>
          <a:p>
            <a:r>
              <a:rPr lang="en-US" dirty="0"/>
              <a:t>Data Science, Bellevue University</a:t>
            </a:r>
          </a:p>
          <a:p>
            <a:r>
              <a:rPr lang="en-US" dirty="0"/>
              <a:t>DSC630: Predictive Analytics</a:t>
            </a:r>
          </a:p>
          <a:p>
            <a:r>
              <a:rPr lang="en-US" dirty="0"/>
              <a:t>Dr. Toni Farley</a:t>
            </a:r>
          </a:p>
          <a:p>
            <a:r>
              <a:rPr lang="en-US" dirty="0"/>
              <a:t>August 10, 2025</a:t>
            </a:r>
          </a:p>
        </p:txBody>
      </p:sp>
    </p:spTree>
    <p:extLst>
      <p:ext uri="{BB962C8B-B14F-4D97-AF65-F5344CB8AC3E}">
        <p14:creationId xmlns:p14="http://schemas.microsoft.com/office/powerpoint/2010/main" val="2476182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7AA2-326D-6825-AE1B-F5B3BEE2E0AA}"/>
              </a:ext>
            </a:extLst>
          </p:cNvPr>
          <p:cNvSpPr>
            <a:spLocks noGrp="1"/>
          </p:cNvSpPr>
          <p:nvPr>
            <p:ph type="title"/>
          </p:nvPr>
        </p:nvSpPr>
        <p:spPr/>
        <p:txBody>
          <a:bodyPr/>
          <a:lstStyle/>
          <a:p>
            <a:pPr algn="ctr"/>
            <a:r>
              <a:rPr lang="en-US" dirty="0"/>
              <a:t>Diabetes in the United States</a:t>
            </a:r>
          </a:p>
        </p:txBody>
      </p:sp>
      <p:sp>
        <p:nvSpPr>
          <p:cNvPr id="3" name="Content Placeholder 2">
            <a:extLst>
              <a:ext uri="{FF2B5EF4-FFF2-40B4-BE49-F238E27FC236}">
                <a16:creationId xmlns:a16="http://schemas.microsoft.com/office/drawing/2014/main" id="{84CCAFB5-C122-08E2-319D-21F9F67A3ED1}"/>
              </a:ext>
            </a:extLst>
          </p:cNvPr>
          <p:cNvSpPr>
            <a:spLocks noGrp="1"/>
          </p:cNvSpPr>
          <p:nvPr>
            <p:ph idx="1"/>
          </p:nvPr>
        </p:nvSpPr>
        <p:spPr/>
        <p:txBody>
          <a:bodyPr/>
          <a:lstStyle/>
          <a:p>
            <a:r>
              <a:rPr lang="en-US" sz="3000" dirty="0"/>
              <a:t>Diabetes prevalence has been increasing yearly in the United States while being in the top 10 causes of death for persons in the U.S. (Centers for Disease Control and Prevention, 2025)</a:t>
            </a:r>
          </a:p>
          <a:p>
            <a:r>
              <a:rPr lang="en-US" sz="3000" dirty="0"/>
              <a:t>10% - 13% increase in Total Diabetes (diagnosed/undiagnosed) from years 2001-2020 (</a:t>
            </a:r>
            <a:r>
              <a:rPr lang="en-US" sz="3000" i="1" dirty="0"/>
              <a:t>Statistics about diabetes</a:t>
            </a:r>
            <a:r>
              <a:rPr lang="en-US" sz="3000" dirty="0"/>
              <a:t>, 2025)</a:t>
            </a:r>
          </a:p>
          <a:p>
            <a:r>
              <a:rPr lang="en-US" sz="3000" dirty="0"/>
              <a:t>Type 1 diabetes makes up 5% of population while Type 2 diabetes makes up 90-95% of population (</a:t>
            </a:r>
            <a:r>
              <a:rPr lang="en-US" sz="3000" i="1" dirty="0"/>
              <a:t>About diabetes</a:t>
            </a:r>
            <a:r>
              <a:rPr lang="en-US" sz="3000" dirty="0"/>
              <a:t> 2023)</a:t>
            </a:r>
          </a:p>
          <a:p>
            <a:endParaRPr lang="en-US" dirty="0"/>
          </a:p>
        </p:txBody>
      </p:sp>
    </p:spTree>
    <p:extLst>
      <p:ext uri="{BB962C8B-B14F-4D97-AF65-F5344CB8AC3E}">
        <p14:creationId xmlns:p14="http://schemas.microsoft.com/office/powerpoint/2010/main" val="186526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1689-6B00-33C7-725A-4C5CFA3908CB}"/>
              </a:ext>
            </a:extLst>
          </p:cNvPr>
          <p:cNvSpPr>
            <a:spLocks noGrp="1"/>
          </p:cNvSpPr>
          <p:nvPr>
            <p:ph type="title"/>
          </p:nvPr>
        </p:nvSpPr>
        <p:spPr/>
        <p:txBody>
          <a:bodyPr/>
          <a:lstStyle/>
          <a:p>
            <a:pPr algn="ctr"/>
            <a:r>
              <a:rPr lang="en-US" dirty="0"/>
              <a:t>Questions?</a:t>
            </a:r>
          </a:p>
        </p:txBody>
      </p:sp>
      <p:sp>
        <p:nvSpPr>
          <p:cNvPr id="3" name="Content Placeholder 2">
            <a:extLst>
              <a:ext uri="{FF2B5EF4-FFF2-40B4-BE49-F238E27FC236}">
                <a16:creationId xmlns:a16="http://schemas.microsoft.com/office/drawing/2014/main" id="{5EC46FF6-09B7-872E-5174-639F25C6C345}"/>
              </a:ext>
            </a:extLst>
          </p:cNvPr>
          <p:cNvSpPr>
            <a:spLocks noGrp="1"/>
          </p:cNvSpPr>
          <p:nvPr>
            <p:ph idx="1"/>
          </p:nvPr>
        </p:nvSpPr>
        <p:spPr/>
        <p:txBody>
          <a:bodyPr>
            <a:normAutofit/>
          </a:bodyPr>
          <a:lstStyle/>
          <a:p>
            <a:r>
              <a:rPr lang="en-US" sz="4000" dirty="0"/>
              <a:t>Which feature variables are more correlated with having diabetes presence/no diabetes and can this be used to predict future instances?</a:t>
            </a:r>
          </a:p>
          <a:p>
            <a:r>
              <a:rPr lang="en-US" sz="4000" dirty="0"/>
              <a:t>Are we able to rank feature variables in importance to give more focus to those factors?</a:t>
            </a:r>
          </a:p>
        </p:txBody>
      </p:sp>
    </p:spTree>
    <p:extLst>
      <p:ext uri="{BB962C8B-B14F-4D97-AF65-F5344CB8AC3E}">
        <p14:creationId xmlns:p14="http://schemas.microsoft.com/office/powerpoint/2010/main" val="434198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0456E-5F22-8036-E76C-9979A7B689BB}"/>
              </a:ext>
            </a:extLst>
          </p:cNvPr>
          <p:cNvSpPr>
            <a:spLocks noGrp="1"/>
          </p:cNvSpPr>
          <p:nvPr>
            <p:ph type="title"/>
          </p:nvPr>
        </p:nvSpPr>
        <p:spPr/>
        <p:txBody>
          <a:bodyPr/>
          <a:lstStyle/>
          <a:p>
            <a:pPr algn="ctr"/>
            <a:r>
              <a:rPr lang="en-US" dirty="0"/>
              <a:t>Programs Used</a:t>
            </a:r>
          </a:p>
        </p:txBody>
      </p:sp>
      <p:sp>
        <p:nvSpPr>
          <p:cNvPr id="3" name="Content Placeholder 2">
            <a:extLst>
              <a:ext uri="{FF2B5EF4-FFF2-40B4-BE49-F238E27FC236}">
                <a16:creationId xmlns:a16="http://schemas.microsoft.com/office/drawing/2014/main" id="{B2130072-BCE0-630A-0A25-A99E61859A0D}"/>
              </a:ext>
            </a:extLst>
          </p:cNvPr>
          <p:cNvSpPr>
            <a:spLocks noGrp="1"/>
          </p:cNvSpPr>
          <p:nvPr>
            <p:ph idx="1"/>
          </p:nvPr>
        </p:nvSpPr>
        <p:spPr/>
        <p:txBody>
          <a:bodyPr>
            <a:normAutofit/>
          </a:bodyPr>
          <a:lstStyle/>
          <a:p>
            <a:r>
              <a:rPr lang="en-US" sz="4400" dirty="0" err="1"/>
              <a:t>Rstudio</a:t>
            </a:r>
            <a:r>
              <a:rPr lang="en-US" sz="4400" dirty="0"/>
              <a:t> was used as the programming language (R) and the IDE.</a:t>
            </a:r>
          </a:p>
          <a:p>
            <a:pPr lvl="1"/>
            <a:r>
              <a:rPr lang="en-US" sz="4000" dirty="0"/>
              <a:t>Key package: </a:t>
            </a:r>
            <a:r>
              <a:rPr lang="en-US" sz="4000" dirty="0" err="1"/>
              <a:t>nnet</a:t>
            </a:r>
            <a:endParaRPr lang="en-US" sz="4000" dirty="0"/>
          </a:p>
          <a:p>
            <a:r>
              <a:rPr lang="en-US" sz="4400" dirty="0"/>
              <a:t>Data imported from Excel document.</a:t>
            </a:r>
          </a:p>
        </p:txBody>
      </p:sp>
    </p:spTree>
    <p:extLst>
      <p:ext uri="{BB962C8B-B14F-4D97-AF65-F5344CB8AC3E}">
        <p14:creationId xmlns:p14="http://schemas.microsoft.com/office/powerpoint/2010/main" val="314052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80554-EA3D-2C81-5117-69CFA29085F5}"/>
              </a:ext>
            </a:extLst>
          </p:cNvPr>
          <p:cNvSpPr>
            <a:spLocks noGrp="1"/>
          </p:cNvSpPr>
          <p:nvPr>
            <p:ph type="title"/>
          </p:nvPr>
        </p:nvSpPr>
        <p:spPr/>
        <p:txBody>
          <a:bodyPr/>
          <a:lstStyle/>
          <a:p>
            <a:pPr algn="ctr"/>
            <a:r>
              <a:rPr lang="en-US" dirty="0"/>
              <a:t>Data Overview</a:t>
            </a:r>
          </a:p>
        </p:txBody>
      </p:sp>
      <p:sp>
        <p:nvSpPr>
          <p:cNvPr id="3" name="Content Placeholder 2">
            <a:extLst>
              <a:ext uri="{FF2B5EF4-FFF2-40B4-BE49-F238E27FC236}">
                <a16:creationId xmlns:a16="http://schemas.microsoft.com/office/drawing/2014/main" id="{C04AA0BC-AC61-E3EF-AC71-03D57795C940}"/>
              </a:ext>
            </a:extLst>
          </p:cNvPr>
          <p:cNvSpPr>
            <a:spLocks noGrp="1"/>
          </p:cNvSpPr>
          <p:nvPr>
            <p:ph idx="1"/>
          </p:nvPr>
        </p:nvSpPr>
        <p:spPr/>
        <p:txBody>
          <a:bodyPr>
            <a:normAutofit/>
          </a:bodyPr>
          <a:lstStyle/>
          <a:p>
            <a:r>
              <a:rPr lang="en-US" sz="3600" dirty="0"/>
              <a:t>diabetes_012_health_indicators_BRFSS2015.xlsx</a:t>
            </a:r>
          </a:p>
          <a:p>
            <a:pPr lvl="1"/>
            <a:r>
              <a:rPr lang="en-US" sz="3600" dirty="0"/>
              <a:t>253,680 survey responses</a:t>
            </a:r>
          </a:p>
          <a:p>
            <a:pPr lvl="1"/>
            <a:r>
              <a:rPr lang="en-US" sz="3600" dirty="0"/>
              <a:t>21 feature variables with 1 target variable</a:t>
            </a:r>
          </a:p>
          <a:p>
            <a:pPr lvl="1"/>
            <a:r>
              <a:rPr lang="en-US" sz="3600" dirty="0"/>
              <a:t>Diabetes_012 as target variable:</a:t>
            </a:r>
          </a:p>
          <a:p>
            <a:pPr lvl="2"/>
            <a:r>
              <a:rPr lang="en-US" sz="3600" dirty="0"/>
              <a:t>0 – No diabetes or only during pregnancy</a:t>
            </a:r>
          </a:p>
          <a:p>
            <a:pPr lvl="2"/>
            <a:r>
              <a:rPr lang="en-US" sz="3600" dirty="0"/>
              <a:t>1 – Prediabetes</a:t>
            </a:r>
          </a:p>
          <a:p>
            <a:pPr lvl="2"/>
            <a:r>
              <a:rPr lang="en-US" sz="3600" dirty="0"/>
              <a:t>2 – Participant has diabetes</a:t>
            </a:r>
          </a:p>
        </p:txBody>
      </p:sp>
    </p:spTree>
    <p:extLst>
      <p:ext uri="{BB962C8B-B14F-4D97-AF65-F5344CB8AC3E}">
        <p14:creationId xmlns:p14="http://schemas.microsoft.com/office/powerpoint/2010/main" val="2221372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57960-B6A6-419B-CE1E-D6A93B2FD851}"/>
              </a:ext>
            </a:extLst>
          </p:cNvPr>
          <p:cNvSpPr>
            <a:spLocks noGrp="1"/>
          </p:cNvSpPr>
          <p:nvPr>
            <p:ph type="title"/>
          </p:nvPr>
        </p:nvSpPr>
        <p:spPr/>
        <p:txBody>
          <a:bodyPr/>
          <a:lstStyle/>
          <a:p>
            <a:pPr algn="ctr"/>
            <a:r>
              <a:rPr lang="en-US" dirty="0"/>
              <a:t>Model Selection</a:t>
            </a:r>
          </a:p>
        </p:txBody>
      </p:sp>
      <p:sp>
        <p:nvSpPr>
          <p:cNvPr id="3" name="Content Placeholder 2">
            <a:extLst>
              <a:ext uri="{FF2B5EF4-FFF2-40B4-BE49-F238E27FC236}">
                <a16:creationId xmlns:a16="http://schemas.microsoft.com/office/drawing/2014/main" id="{87965DFF-41FC-520B-76BD-46EDA358B2DF}"/>
              </a:ext>
            </a:extLst>
          </p:cNvPr>
          <p:cNvSpPr>
            <a:spLocks noGrp="1"/>
          </p:cNvSpPr>
          <p:nvPr>
            <p:ph idx="1"/>
          </p:nvPr>
        </p:nvSpPr>
        <p:spPr/>
        <p:txBody>
          <a:bodyPr>
            <a:normAutofit/>
          </a:bodyPr>
          <a:lstStyle/>
          <a:p>
            <a:r>
              <a:rPr lang="en-US" sz="3600" dirty="0"/>
              <a:t>Multinomial Logistic Regression Model</a:t>
            </a:r>
          </a:p>
          <a:p>
            <a:pPr lvl="1"/>
            <a:r>
              <a:rPr lang="en-US" sz="3600" dirty="0"/>
              <a:t>Target variable having more than 2 categories. </a:t>
            </a:r>
          </a:p>
          <a:p>
            <a:pPr lvl="1"/>
            <a:r>
              <a:rPr lang="en-US" sz="3600" dirty="0"/>
              <a:t>Model to identify which predictors influence probability of not having diabetes, diabetes only during pregnancy, or having diabetes. </a:t>
            </a:r>
          </a:p>
          <a:p>
            <a:pPr lvl="1"/>
            <a:r>
              <a:rPr lang="en-US" sz="3600" dirty="0"/>
              <a:t>Feature variables are either continuous or categorical.</a:t>
            </a:r>
          </a:p>
        </p:txBody>
      </p:sp>
    </p:spTree>
    <p:extLst>
      <p:ext uri="{BB962C8B-B14F-4D97-AF65-F5344CB8AC3E}">
        <p14:creationId xmlns:p14="http://schemas.microsoft.com/office/powerpoint/2010/main" val="1380233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3507-F901-797F-E852-93478213F18A}"/>
              </a:ext>
            </a:extLst>
          </p:cNvPr>
          <p:cNvSpPr>
            <a:spLocks noGrp="1"/>
          </p:cNvSpPr>
          <p:nvPr>
            <p:ph type="title"/>
          </p:nvPr>
        </p:nvSpPr>
        <p:spPr/>
        <p:txBody>
          <a:bodyPr/>
          <a:lstStyle/>
          <a:p>
            <a:pPr algn="ctr"/>
            <a:r>
              <a:rPr lang="en-US" dirty="0"/>
              <a:t>Data Visualization #1</a:t>
            </a:r>
          </a:p>
        </p:txBody>
      </p:sp>
      <p:sp>
        <p:nvSpPr>
          <p:cNvPr id="5" name="TextBox 4">
            <a:extLst>
              <a:ext uri="{FF2B5EF4-FFF2-40B4-BE49-F238E27FC236}">
                <a16:creationId xmlns:a16="http://schemas.microsoft.com/office/drawing/2014/main" id="{B1979E48-0057-1EA3-4550-9F58E8E5CDBB}"/>
              </a:ext>
            </a:extLst>
          </p:cNvPr>
          <p:cNvSpPr txBox="1"/>
          <p:nvPr/>
        </p:nvSpPr>
        <p:spPr>
          <a:xfrm>
            <a:off x="1475874" y="5069305"/>
            <a:ext cx="9593178" cy="369332"/>
          </a:xfrm>
          <a:prstGeom prst="rect">
            <a:avLst/>
          </a:prstGeom>
          <a:noFill/>
        </p:spPr>
        <p:txBody>
          <a:bodyPr wrap="square" rtlCol="0">
            <a:spAutoFit/>
          </a:bodyPr>
          <a:lstStyle/>
          <a:p>
            <a:r>
              <a:rPr lang="en-US" dirty="0"/>
              <a:t>Visualization shows that there are no missing values within the dataset.</a:t>
            </a:r>
          </a:p>
        </p:txBody>
      </p:sp>
      <p:pic>
        <p:nvPicPr>
          <p:cNvPr id="8" name="Content Placeholder 7" descr="A screenshot of a computer screen&#10;&#10;AI-generated content may be incorrect.">
            <a:extLst>
              <a:ext uri="{FF2B5EF4-FFF2-40B4-BE49-F238E27FC236}">
                <a16:creationId xmlns:a16="http://schemas.microsoft.com/office/drawing/2014/main" id="{1C981581-0BC5-D7EB-F56F-241BB88081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874" y="1690687"/>
            <a:ext cx="8951494" cy="3105901"/>
          </a:xfrm>
          <a:prstGeom prst="rect">
            <a:avLst/>
          </a:prstGeom>
        </p:spPr>
      </p:pic>
    </p:spTree>
    <p:extLst>
      <p:ext uri="{BB962C8B-B14F-4D97-AF65-F5344CB8AC3E}">
        <p14:creationId xmlns:p14="http://schemas.microsoft.com/office/powerpoint/2010/main" val="1216244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5C42-F564-80CD-C323-658092453A59}"/>
              </a:ext>
            </a:extLst>
          </p:cNvPr>
          <p:cNvSpPr>
            <a:spLocks noGrp="1"/>
          </p:cNvSpPr>
          <p:nvPr>
            <p:ph type="title"/>
          </p:nvPr>
        </p:nvSpPr>
        <p:spPr/>
        <p:txBody>
          <a:bodyPr/>
          <a:lstStyle/>
          <a:p>
            <a:pPr algn="ctr"/>
            <a:r>
              <a:rPr lang="en-US" dirty="0"/>
              <a:t>Data Visualization #2</a:t>
            </a:r>
          </a:p>
        </p:txBody>
      </p:sp>
      <p:pic>
        <p:nvPicPr>
          <p:cNvPr id="4" name="Content Placeholder 3" descr="A graph with different colored squares&#10;&#10;AI-generated content may be incorrect.">
            <a:extLst>
              <a:ext uri="{FF2B5EF4-FFF2-40B4-BE49-F238E27FC236}">
                <a16:creationId xmlns:a16="http://schemas.microsoft.com/office/drawing/2014/main" id="{1E733581-3D12-2BDA-724C-BBA1CE469C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3590056" cy="4434775"/>
          </a:xfrm>
          <a:prstGeom prst="rect">
            <a:avLst/>
          </a:prstGeom>
        </p:spPr>
      </p:pic>
      <p:sp>
        <p:nvSpPr>
          <p:cNvPr id="5" name="TextBox 4">
            <a:extLst>
              <a:ext uri="{FF2B5EF4-FFF2-40B4-BE49-F238E27FC236}">
                <a16:creationId xmlns:a16="http://schemas.microsoft.com/office/drawing/2014/main" id="{4A42A6EB-B7E7-1B7D-2870-671B84418172}"/>
              </a:ext>
            </a:extLst>
          </p:cNvPr>
          <p:cNvSpPr txBox="1"/>
          <p:nvPr/>
        </p:nvSpPr>
        <p:spPr>
          <a:xfrm>
            <a:off x="4844716" y="1876926"/>
            <a:ext cx="6769768" cy="3785652"/>
          </a:xfrm>
          <a:prstGeom prst="rect">
            <a:avLst/>
          </a:prstGeom>
          <a:noFill/>
        </p:spPr>
        <p:txBody>
          <a:bodyPr wrap="square" rtlCol="0">
            <a:spAutoFit/>
          </a:bodyPr>
          <a:lstStyle/>
          <a:p>
            <a:r>
              <a:rPr lang="en-US" sz="4800" dirty="0"/>
              <a:t>The target variable is made up of more than 2 choices while also being what’s considered an unbalanced dataset.</a:t>
            </a:r>
          </a:p>
        </p:txBody>
      </p:sp>
    </p:spTree>
    <p:extLst>
      <p:ext uri="{BB962C8B-B14F-4D97-AF65-F5344CB8AC3E}">
        <p14:creationId xmlns:p14="http://schemas.microsoft.com/office/powerpoint/2010/main" val="2391106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5FA6-9E1D-40CD-9A1E-A49ECF11B49B}"/>
              </a:ext>
            </a:extLst>
          </p:cNvPr>
          <p:cNvSpPr>
            <a:spLocks noGrp="1"/>
          </p:cNvSpPr>
          <p:nvPr>
            <p:ph type="title"/>
          </p:nvPr>
        </p:nvSpPr>
        <p:spPr>
          <a:xfrm>
            <a:off x="838200" y="349083"/>
            <a:ext cx="10515600" cy="1325563"/>
          </a:xfrm>
        </p:spPr>
        <p:txBody>
          <a:bodyPr/>
          <a:lstStyle/>
          <a:p>
            <a:pPr algn="ctr"/>
            <a:r>
              <a:rPr lang="en-US" dirty="0"/>
              <a:t>Model Interpretation</a:t>
            </a:r>
          </a:p>
        </p:txBody>
      </p:sp>
      <p:pic>
        <p:nvPicPr>
          <p:cNvPr id="9" name="Content Placeholder 8">
            <a:extLst>
              <a:ext uri="{FF2B5EF4-FFF2-40B4-BE49-F238E27FC236}">
                <a16:creationId xmlns:a16="http://schemas.microsoft.com/office/drawing/2014/main" id="{61CB10C6-A315-A576-9228-7A41C56D128C}"/>
              </a:ext>
            </a:extLst>
          </p:cNvPr>
          <p:cNvPicPr>
            <a:picLocks noGrp="1" noChangeAspect="1"/>
          </p:cNvPicPr>
          <p:nvPr>
            <p:ph idx="1"/>
          </p:nvPr>
        </p:nvPicPr>
        <p:blipFill>
          <a:blip r:embed="rId2"/>
          <a:stretch>
            <a:fillRect/>
          </a:stretch>
        </p:blipFill>
        <p:spPr>
          <a:xfrm>
            <a:off x="838200" y="1674646"/>
            <a:ext cx="10515600" cy="857070"/>
          </a:xfrm>
          <a:prstGeom prst="rect">
            <a:avLst/>
          </a:prstGeom>
        </p:spPr>
      </p:pic>
      <p:sp>
        <p:nvSpPr>
          <p:cNvPr id="10" name="TextBox 9">
            <a:extLst>
              <a:ext uri="{FF2B5EF4-FFF2-40B4-BE49-F238E27FC236}">
                <a16:creationId xmlns:a16="http://schemas.microsoft.com/office/drawing/2014/main" id="{A2E555C4-ADA6-0CEB-D29B-8E96F7A69DA9}"/>
              </a:ext>
            </a:extLst>
          </p:cNvPr>
          <p:cNvSpPr txBox="1"/>
          <p:nvPr/>
        </p:nvSpPr>
        <p:spPr>
          <a:xfrm>
            <a:off x="867296" y="4189414"/>
            <a:ext cx="10515600" cy="1569660"/>
          </a:xfrm>
          <a:prstGeom prst="rect">
            <a:avLst/>
          </a:prstGeom>
          <a:noFill/>
        </p:spPr>
        <p:txBody>
          <a:bodyPr wrap="square" rtlCol="0">
            <a:spAutoFit/>
          </a:bodyPr>
          <a:lstStyle/>
          <a:p>
            <a:r>
              <a:rPr lang="en-US" sz="2400" dirty="0"/>
              <a:t>The odds ratio provided show the increase (positive values) and decrease (negative values) that the feature variables have on the target variable.</a:t>
            </a:r>
          </a:p>
          <a:p>
            <a:r>
              <a:rPr lang="en-US" sz="2400" dirty="0"/>
              <a:t>The TRUE/FALSE is hypothesis test where TRUE showing p-values &gt; 0.05 and FALSE showing p-values &lt; 0.05.</a:t>
            </a:r>
          </a:p>
        </p:txBody>
      </p:sp>
      <p:pic>
        <p:nvPicPr>
          <p:cNvPr id="11" name="Picture 10">
            <a:extLst>
              <a:ext uri="{FF2B5EF4-FFF2-40B4-BE49-F238E27FC236}">
                <a16:creationId xmlns:a16="http://schemas.microsoft.com/office/drawing/2014/main" id="{31C276C3-6AA1-A7DE-BD4A-CD862CC8B832}"/>
              </a:ext>
            </a:extLst>
          </p:cNvPr>
          <p:cNvPicPr>
            <a:picLocks noChangeAspect="1"/>
          </p:cNvPicPr>
          <p:nvPr/>
        </p:nvPicPr>
        <p:blipFill>
          <a:blip r:embed="rId3"/>
          <a:stretch>
            <a:fillRect/>
          </a:stretch>
        </p:blipFill>
        <p:spPr>
          <a:xfrm>
            <a:off x="867296" y="2932030"/>
            <a:ext cx="10486504" cy="857070"/>
          </a:xfrm>
          <a:prstGeom prst="rect">
            <a:avLst/>
          </a:prstGeom>
        </p:spPr>
      </p:pic>
    </p:spTree>
    <p:extLst>
      <p:ext uri="{BB962C8B-B14F-4D97-AF65-F5344CB8AC3E}">
        <p14:creationId xmlns:p14="http://schemas.microsoft.com/office/powerpoint/2010/main" val="2497791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B4290-1CCF-CA7E-0E06-6EFC11A36EF2}"/>
              </a:ext>
            </a:extLst>
          </p:cNvPr>
          <p:cNvSpPr>
            <a:spLocks noGrp="1"/>
          </p:cNvSpPr>
          <p:nvPr>
            <p:ph type="title"/>
          </p:nvPr>
        </p:nvSpPr>
        <p:spPr/>
        <p:txBody>
          <a:bodyPr/>
          <a:lstStyle/>
          <a:p>
            <a:pPr algn="ctr"/>
            <a:r>
              <a:rPr lang="en-US" dirty="0"/>
              <a:t>Prediction Confirmation</a:t>
            </a:r>
          </a:p>
        </p:txBody>
      </p:sp>
      <p:sp>
        <p:nvSpPr>
          <p:cNvPr id="3" name="Content Placeholder 2">
            <a:extLst>
              <a:ext uri="{FF2B5EF4-FFF2-40B4-BE49-F238E27FC236}">
                <a16:creationId xmlns:a16="http://schemas.microsoft.com/office/drawing/2014/main" id="{AF05FB44-E70B-9C94-5AB9-1279403553E3}"/>
              </a:ext>
            </a:extLst>
          </p:cNvPr>
          <p:cNvSpPr>
            <a:spLocks noGrp="1"/>
          </p:cNvSpPr>
          <p:nvPr>
            <p:ph idx="1"/>
          </p:nvPr>
        </p:nvSpPr>
        <p:spPr/>
        <p:txBody>
          <a:bodyPr/>
          <a:lstStyle/>
          <a:p>
            <a:r>
              <a:rPr lang="en-US" dirty="0"/>
              <a:t>Confirming that the predictions were all made on the training and test data sets.</a:t>
            </a:r>
          </a:p>
          <a:p>
            <a:endParaRPr lang="en-US" dirty="0"/>
          </a:p>
          <a:p>
            <a:endParaRPr lang="en-US" dirty="0"/>
          </a:p>
          <a:p>
            <a:endParaRPr lang="en-US" dirty="0"/>
          </a:p>
          <a:p>
            <a:r>
              <a:rPr lang="en-US" dirty="0"/>
              <a:t>Both the training (first) and testing (second) picture show that all the values from the target variable have been predicted.</a:t>
            </a:r>
          </a:p>
        </p:txBody>
      </p:sp>
      <p:pic>
        <p:nvPicPr>
          <p:cNvPr id="4" name="Picture 3" descr="A screenshot of numbers&#10;&#10;AI-generated content may be incorrect.">
            <a:extLst>
              <a:ext uri="{FF2B5EF4-FFF2-40B4-BE49-F238E27FC236}">
                <a16:creationId xmlns:a16="http://schemas.microsoft.com/office/drawing/2014/main" id="{CA220012-E11A-A76B-0751-DC1E91596E21}"/>
              </a:ext>
            </a:extLst>
          </p:cNvPr>
          <p:cNvPicPr>
            <a:picLocks noChangeAspect="1"/>
          </p:cNvPicPr>
          <p:nvPr/>
        </p:nvPicPr>
        <p:blipFill>
          <a:blip r:embed="rId2"/>
          <a:stretch>
            <a:fillRect/>
          </a:stretch>
        </p:blipFill>
        <p:spPr>
          <a:xfrm>
            <a:off x="1112670" y="3043237"/>
            <a:ext cx="2009775" cy="771525"/>
          </a:xfrm>
          <a:prstGeom prst="rect">
            <a:avLst/>
          </a:prstGeom>
        </p:spPr>
      </p:pic>
      <p:pic>
        <p:nvPicPr>
          <p:cNvPr id="5" name="Picture 4" descr="A number on a black background&#10;&#10;AI-generated content may be incorrect.">
            <a:extLst>
              <a:ext uri="{FF2B5EF4-FFF2-40B4-BE49-F238E27FC236}">
                <a16:creationId xmlns:a16="http://schemas.microsoft.com/office/drawing/2014/main" id="{E55899E7-B78D-1C15-E828-AF0E5AE2F6A9}"/>
              </a:ext>
            </a:extLst>
          </p:cNvPr>
          <p:cNvPicPr>
            <a:picLocks noChangeAspect="1"/>
          </p:cNvPicPr>
          <p:nvPr/>
        </p:nvPicPr>
        <p:blipFill>
          <a:blip r:embed="rId3"/>
          <a:stretch>
            <a:fillRect/>
          </a:stretch>
        </p:blipFill>
        <p:spPr>
          <a:xfrm>
            <a:off x="3396915" y="3043237"/>
            <a:ext cx="1894772" cy="771524"/>
          </a:xfrm>
          <a:prstGeom prst="rect">
            <a:avLst/>
          </a:prstGeom>
        </p:spPr>
      </p:pic>
    </p:spTree>
    <p:extLst>
      <p:ext uri="{BB962C8B-B14F-4D97-AF65-F5344CB8AC3E}">
        <p14:creationId xmlns:p14="http://schemas.microsoft.com/office/powerpoint/2010/main" val="1052041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A066B-E096-5E2F-2614-77829AA594F7}"/>
              </a:ext>
            </a:extLst>
          </p:cNvPr>
          <p:cNvSpPr>
            <a:spLocks noGrp="1"/>
          </p:cNvSpPr>
          <p:nvPr>
            <p:ph type="title"/>
          </p:nvPr>
        </p:nvSpPr>
        <p:spPr/>
        <p:txBody>
          <a:bodyPr/>
          <a:lstStyle/>
          <a:p>
            <a:pPr algn="ctr"/>
            <a:r>
              <a:rPr lang="en-US" dirty="0"/>
              <a:t>Conclusion</a:t>
            </a:r>
          </a:p>
        </p:txBody>
      </p:sp>
      <p:sp>
        <p:nvSpPr>
          <p:cNvPr id="3" name="Content Placeholder 2">
            <a:extLst>
              <a:ext uri="{FF2B5EF4-FFF2-40B4-BE49-F238E27FC236}">
                <a16:creationId xmlns:a16="http://schemas.microsoft.com/office/drawing/2014/main" id="{379AE8DB-09F7-E4EA-3F8A-5518E17259AC}"/>
              </a:ext>
            </a:extLst>
          </p:cNvPr>
          <p:cNvSpPr>
            <a:spLocks noGrp="1"/>
          </p:cNvSpPr>
          <p:nvPr>
            <p:ph idx="1"/>
          </p:nvPr>
        </p:nvSpPr>
        <p:spPr/>
        <p:txBody>
          <a:bodyPr>
            <a:normAutofit/>
          </a:bodyPr>
          <a:lstStyle/>
          <a:p>
            <a:r>
              <a:rPr lang="en-US" dirty="0"/>
              <a:t>The top 5 feature variables from dataset to predict diabetes risk:</a:t>
            </a:r>
          </a:p>
          <a:p>
            <a:pPr marL="0" indent="0">
              <a:buNone/>
            </a:pPr>
            <a:r>
              <a:rPr lang="en-US" dirty="0"/>
              <a:t>	1) </a:t>
            </a:r>
            <a:r>
              <a:rPr lang="en-US" dirty="0" err="1"/>
              <a:t>HighBP</a:t>
            </a:r>
            <a:endParaRPr lang="en-US" dirty="0"/>
          </a:p>
          <a:p>
            <a:pPr marL="0" indent="0">
              <a:buNone/>
            </a:pPr>
            <a:r>
              <a:rPr lang="en-US" dirty="0"/>
              <a:t>	2) </a:t>
            </a:r>
            <a:r>
              <a:rPr lang="en-US" dirty="0" err="1"/>
              <a:t>HighChol</a:t>
            </a:r>
            <a:endParaRPr lang="en-US" dirty="0"/>
          </a:p>
          <a:p>
            <a:pPr marL="0" indent="0">
              <a:buNone/>
            </a:pPr>
            <a:r>
              <a:rPr lang="en-US" dirty="0"/>
              <a:t>	3) </a:t>
            </a:r>
            <a:r>
              <a:rPr lang="en-US" dirty="0" err="1"/>
              <a:t>CholCheck</a:t>
            </a:r>
            <a:endParaRPr lang="en-US" dirty="0"/>
          </a:p>
          <a:p>
            <a:pPr marL="0" indent="0">
              <a:buNone/>
            </a:pPr>
            <a:r>
              <a:rPr lang="en-US" dirty="0"/>
              <a:t>	4) </a:t>
            </a:r>
            <a:r>
              <a:rPr lang="en-US" dirty="0" err="1"/>
              <a:t>GenHlth</a:t>
            </a:r>
            <a:endParaRPr lang="en-US" dirty="0"/>
          </a:p>
          <a:p>
            <a:pPr marL="0" indent="0">
              <a:buNone/>
            </a:pPr>
            <a:r>
              <a:rPr lang="en-US" dirty="0"/>
              <a:t>	5) BMI</a:t>
            </a:r>
          </a:p>
          <a:p>
            <a:pPr marL="0" indent="0">
              <a:buNone/>
            </a:pPr>
            <a:r>
              <a:rPr lang="en-US" dirty="0"/>
              <a:t>Recommendation is to focus on above values to help identify those at risk of developing diabetes. </a:t>
            </a:r>
          </a:p>
        </p:txBody>
      </p:sp>
    </p:spTree>
    <p:extLst>
      <p:ext uri="{BB962C8B-B14F-4D97-AF65-F5344CB8AC3E}">
        <p14:creationId xmlns:p14="http://schemas.microsoft.com/office/powerpoint/2010/main" val="3999191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4D1BB-6D25-C8B5-FD33-E3B01FE5BAD1}"/>
              </a:ext>
            </a:extLst>
          </p:cNvPr>
          <p:cNvSpPr>
            <a:spLocks noGrp="1"/>
          </p:cNvSpPr>
          <p:nvPr>
            <p:ph type="title"/>
          </p:nvPr>
        </p:nvSpPr>
        <p:spPr/>
        <p:txBody>
          <a:bodyPr/>
          <a:lstStyle/>
          <a:p>
            <a:pPr algn="ctr"/>
            <a:r>
              <a:rPr lang="en-US" dirty="0"/>
              <a:t>Ethical Risks</a:t>
            </a:r>
          </a:p>
        </p:txBody>
      </p:sp>
      <p:sp>
        <p:nvSpPr>
          <p:cNvPr id="3" name="Content Placeholder 2">
            <a:extLst>
              <a:ext uri="{FF2B5EF4-FFF2-40B4-BE49-F238E27FC236}">
                <a16:creationId xmlns:a16="http://schemas.microsoft.com/office/drawing/2014/main" id="{794627B7-4FB5-2250-7691-8799379CEBC1}"/>
              </a:ext>
            </a:extLst>
          </p:cNvPr>
          <p:cNvSpPr>
            <a:spLocks noGrp="1"/>
          </p:cNvSpPr>
          <p:nvPr>
            <p:ph idx="1"/>
          </p:nvPr>
        </p:nvSpPr>
        <p:spPr/>
        <p:txBody>
          <a:bodyPr>
            <a:normAutofit/>
          </a:bodyPr>
          <a:lstStyle/>
          <a:p>
            <a:r>
              <a:rPr lang="en-US" sz="4400" dirty="0"/>
              <a:t>Ensure data inputs do not include sensitive information that could be tied back to an individual.</a:t>
            </a:r>
          </a:p>
          <a:p>
            <a:r>
              <a:rPr lang="en-US" sz="4400" dirty="0"/>
              <a:t>Ensure data being used to train/test model is not focusing on race demographic specific data.</a:t>
            </a:r>
          </a:p>
        </p:txBody>
      </p:sp>
    </p:spTree>
    <p:extLst>
      <p:ext uri="{BB962C8B-B14F-4D97-AF65-F5344CB8AC3E}">
        <p14:creationId xmlns:p14="http://schemas.microsoft.com/office/powerpoint/2010/main" val="2201237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B66A2-E0EB-C67C-2370-282A1211A4EB}"/>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CAF2023E-1774-7B17-AB4E-97FA493BC123}"/>
              </a:ext>
            </a:extLst>
          </p:cNvPr>
          <p:cNvSpPr>
            <a:spLocks noGrp="1"/>
          </p:cNvSpPr>
          <p:nvPr>
            <p:ph idx="1"/>
          </p:nvPr>
        </p:nvSpPr>
        <p:spPr/>
        <p:txBody>
          <a:bodyPr>
            <a:normAutofit/>
          </a:bodyPr>
          <a:lstStyle/>
          <a:p>
            <a:r>
              <a:rPr lang="en-US" i="1" dirty="0"/>
              <a:t>About diabetes</a:t>
            </a:r>
            <a:r>
              <a:rPr lang="en-US" dirty="0"/>
              <a:t>. Congressional Diabetes Caucus. (2023, August 21). </a:t>
            </a:r>
            <a:r>
              <a:rPr lang="en-US" u="sng" dirty="0">
                <a:hlinkClick r:id="rId2"/>
              </a:rPr>
              <a:t>https://diabetescaucus-degette.house.gov/facts-and-figures</a:t>
            </a:r>
            <a:endParaRPr lang="en-US" dirty="0"/>
          </a:p>
          <a:p>
            <a:r>
              <a:rPr lang="en-US" dirty="0"/>
              <a:t>Centers for Disease Control and Prevention. (2025, June 5). </a:t>
            </a:r>
            <a:r>
              <a:rPr lang="en-US" i="1" dirty="0"/>
              <a:t>FASTSTATS - leading causes of death</a:t>
            </a:r>
            <a:r>
              <a:rPr lang="en-US" dirty="0"/>
              <a:t>. Centers for Disease Control and Prevention. </a:t>
            </a:r>
            <a:r>
              <a:rPr lang="en-US" u="sng" dirty="0">
                <a:hlinkClick r:id="rId3"/>
              </a:rPr>
              <a:t>https://www.cdc.gov/nchs/fastats/leading-causes-of-death.htm</a:t>
            </a:r>
            <a:endParaRPr lang="en-US" dirty="0"/>
          </a:p>
          <a:p>
            <a:r>
              <a:rPr lang="en-US" i="1" dirty="0"/>
              <a:t>Statistics about diabetes</a:t>
            </a:r>
            <a:r>
              <a:rPr lang="en-US" dirty="0"/>
              <a:t>. Diabetes in America: Prevalence, Statistics, and Economic Impact. (n.d.). https://diabetes.org/about-diabetes/statistics/about-diabetes </a:t>
            </a:r>
          </a:p>
          <a:p>
            <a:endParaRPr lang="en-US" dirty="0"/>
          </a:p>
        </p:txBody>
      </p:sp>
    </p:spTree>
    <p:extLst>
      <p:ext uri="{BB962C8B-B14F-4D97-AF65-F5344CB8AC3E}">
        <p14:creationId xmlns:p14="http://schemas.microsoft.com/office/powerpoint/2010/main" val="3943817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592</Words>
  <Application>Microsoft Office PowerPoint</Application>
  <PresentationFormat>Widescreen</PresentationFormat>
  <Paragraphs>58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Diabetes Feature Correlation and Ranking Using Multinomial Regression </vt:lpstr>
      <vt:lpstr>Diabetes in the United States</vt:lpstr>
      <vt:lpstr>Questions?</vt:lpstr>
      <vt:lpstr>Programs Used</vt:lpstr>
      <vt:lpstr>Data Overview</vt:lpstr>
      <vt:lpstr>Model Selection</vt:lpstr>
      <vt:lpstr>Data Visualization #1</vt:lpstr>
      <vt:lpstr>Data Visualization #2</vt:lpstr>
      <vt:lpstr>Model Interpretation</vt:lpstr>
      <vt:lpstr>Prediction Confirmation</vt:lpstr>
      <vt:lpstr>Conclusion</vt:lpstr>
      <vt:lpstr>Ethical Risks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Seth Dice</dc:creator>
  <cp:lastModifiedBy>Seth Dice</cp:lastModifiedBy>
  <cp:revision>1</cp:revision>
  <dcterms:created xsi:type="dcterms:W3CDTF">2025-08-10T17:41:30Z</dcterms:created>
  <dcterms:modified xsi:type="dcterms:W3CDTF">2025-08-10T19:10:49Z</dcterms:modified>
</cp:coreProperties>
</file>