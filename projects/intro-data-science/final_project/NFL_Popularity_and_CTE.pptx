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7" r:id="rId4"/>
    <p:sldId id="259" r:id="rId5"/>
    <p:sldId id="260" r:id="rId6"/>
    <p:sldId id="262" r:id="rId7"/>
    <p:sldId id="263" r:id="rId8"/>
    <p:sldId id="264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CECF00-5804-4C80-9212-20F39A79703D}" v="16" dt="2023-05-15T00:28:41.1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th Dice" userId="6299c630df552f79" providerId="LiveId" clId="{1DCECF00-5804-4C80-9212-20F39A79703D}"/>
    <pc:docChg chg="undo redo custSel addSld modSld sldOrd">
      <pc:chgData name="Seth Dice" userId="6299c630df552f79" providerId="LiveId" clId="{1DCECF00-5804-4C80-9212-20F39A79703D}" dt="2023-05-15T01:21:55.213" v="4915" actId="122"/>
      <pc:docMkLst>
        <pc:docMk/>
      </pc:docMkLst>
      <pc:sldChg chg="addSp delSp modSp new mod setBg">
        <pc:chgData name="Seth Dice" userId="6299c630df552f79" providerId="LiveId" clId="{1DCECF00-5804-4C80-9212-20F39A79703D}" dt="2023-05-14T21:03:45.023" v="1542" actId="1076"/>
        <pc:sldMkLst>
          <pc:docMk/>
          <pc:sldMk cId="1547544090" sldId="256"/>
        </pc:sldMkLst>
        <pc:spChg chg="mod">
          <ac:chgData name="Seth Dice" userId="6299c630df552f79" providerId="LiveId" clId="{1DCECF00-5804-4C80-9212-20F39A79703D}" dt="2023-05-14T21:03:42.952" v="1541" actId="14100"/>
          <ac:spMkLst>
            <pc:docMk/>
            <pc:sldMk cId="1547544090" sldId="256"/>
            <ac:spMk id="2" creationId="{665D70BC-EFF9-D8F5-0C47-DE8E97867253}"/>
          </ac:spMkLst>
        </pc:spChg>
        <pc:spChg chg="mod">
          <ac:chgData name="Seth Dice" userId="6299c630df552f79" providerId="LiveId" clId="{1DCECF00-5804-4C80-9212-20F39A79703D}" dt="2023-05-14T21:03:45.023" v="1542" actId="1076"/>
          <ac:spMkLst>
            <pc:docMk/>
            <pc:sldMk cId="1547544090" sldId="256"/>
            <ac:spMk id="3" creationId="{164F4DA5-00A4-D19A-E862-3782D8EA1F34}"/>
          </ac:spMkLst>
        </pc:spChg>
        <pc:spChg chg="add del">
          <ac:chgData name="Seth Dice" userId="6299c630df552f79" providerId="LiveId" clId="{1DCECF00-5804-4C80-9212-20F39A79703D}" dt="2023-05-14T21:03:17.805" v="1530" actId="26606"/>
          <ac:spMkLst>
            <pc:docMk/>
            <pc:sldMk cId="1547544090" sldId="256"/>
            <ac:spMk id="6" creationId="{1CDD8E39-EA14-4679-9655-1BFF5A7B63EE}"/>
          </ac:spMkLst>
        </pc:spChg>
        <pc:spChg chg="add del">
          <ac:chgData name="Seth Dice" userId="6299c630df552f79" providerId="LiveId" clId="{1DCECF00-5804-4C80-9212-20F39A79703D}" dt="2023-05-14T21:03:00.283" v="1526" actId="26606"/>
          <ac:spMkLst>
            <pc:docMk/>
            <pc:sldMk cId="1547544090" sldId="256"/>
            <ac:spMk id="8" creationId="{09588DA8-065E-4F6F-8EFD-43104AB2E0CF}"/>
          </ac:spMkLst>
        </pc:spChg>
        <pc:spChg chg="add del">
          <ac:chgData name="Seth Dice" userId="6299c630df552f79" providerId="LiveId" clId="{1DCECF00-5804-4C80-9212-20F39A79703D}" dt="2023-05-14T21:03:11.754" v="1528" actId="26606"/>
          <ac:spMkLst>
            <pc:docMk/>
            <pc:sldMk cId="1547544090" sldId="256"/>
            <ac:spMk id="9" creationId="{C1DD1A8A-57D5-4A81-AD04-532B043C5611}"/>
          </ac:spMkLst>
        </pc:spChg>
        <pc:spChg chg="add del">
          <ac:chgData name="Seth Dice" userId="6299c630df552f79" providerId="LiveId" clId="{1DCECF00-5804-4C80-9212-20F39A79703D}" dt="2023-05-14T21:03:00.283" v="1526" actId="26606"/>
          <ac:spMkLst>
            <pc:docMk/>
            <pc:sldMk cId="1547544090" sldId="256"/>
            <ac:spMk id="10" creationId="{C4285719-470E-454C-AF62-8323075F1F5B}"/>
          </ac:spMkLst>
        </pc:spChg>
        <pc:spChg chg="add del">
          <ac:chgData name="Seth Dice" userId="6299c630df552f79" providerId="LiveId" clId="{1DCECF00-5804-4C80-9212-20F39A79703D}" dt="2023-05-14T21:03:11.754" v="1528" actId="26606"/>
          <ac:spMkLst>
            <pc:docMk/>
            <pc:sldMk cId="1547544090" sldId="256"/>
            <ac:spMk id="11" creationId="{007891EC-4501-44ED-A8C8-B11B6DB767AB}"/>
          </ac:spMkLst>
        </pc:spChg>
        <pc:spChg chg="add del">
          <ac:chgData name="Seth Dice" userId="6299c630df552f79" providerId="LiveId" clId="{1DCECF00-5804-4C80-9212-20F39A79703D}" dt="2023-05-14T21:03:00.283" v="1526" actId="26606"/>
          <ac:spMkLst>
            <pc:docMk/>
            <pc:sldMk cId="1547544090" sldId="256"/>
            <ac:spMk id="12" creationId="{CD9FE4EF-C4D8-49A0-B2FF-81D8DB7D8A24}"/>
          </ac:spMkLst>
        </pc:spChg>
        <pc:spChg chg="add del">
          <ac:chgData name="Seth Dice" userId="6299c630df552f79" providerId="LiveId" clId="{1DCECF00-5804-4C80-9212-20F39A79703D}" dt="2023-05-14T21:03:23.393" v="1532" actId="26606"/>
          <ac:spMkLst>
            <pc:docMk/>
            <pc:sldMk cId="1547544090" sldId="256"/>
            <ac:spMk id="13" creationId="{C2554CA6-288E-4202-BC52-2E5A8F0C0AED}"/>
          </ac:spMkLst>
        </pc:spChg>
        <pc:spChg chg="add del">
          <ac:chgData name="Seth Dice" userId="6299c630df552f79" providerId="LiveId" clId="{1DCECF00-5804-4C80-9212-20F39A79703D}" dt="2023-05-14T21:03:00.283" v="1526" actId="26606"/>
          <ac:spMkLst>
            <pc:docMk/>
            <pc:sldMk cId="1547544090" sldId="256"/>
            <ac:spMk id="14" creationId="{4300840D-0A0B-4512-BACA-B439D5B9C57C}"/>
          </ac:spMkLst>
        </pc:spChg>
        <pc:spChg chg="add del">
          <ac:chgData name="Seth Dice" userId="6299c630df552f79" providerId="LiveId" clId="{1DCECF00-5804-4C80-9212-20F39A79703D}" dt="2023-05-14T21:03:23.393" v="1532" actId="26606"/>
          <ac:spMkLst>
            <pc:docMk/>
            <pc:sldMk cId="1547544090" sldId="256"/>
            <ac:spMk id="15" creationId="{B10BB131-AC8E-4A8E-A5D1-36260F720C3B}"/>
          </ac:spMkLst>
        </pc:spChg>
        <pc:spChg chg="add del">
          <ac:chgData name="Seth Dice" userId="6299c630df552f79" providerId="LiveId" clId="{1DCECF00-5804-4C80-9212-20F39A79703D}" dt="2023-05-14T21:03:00.283" v="1526" actId="26606"/>
          <ac:spMkLst>
            <pc:docMk/>
            <pc:sldMk cId="1547544090" sldId="256"/>
            <ac:spMk id="16" creationId="{D2B78728-A580-49A7-84F9-6EF6F583ADE0}"/>
          </ac:spMkLst>
        </pc:spChg>
        <pc:spChg chg="add del">
          <ac:chgData name="Seth Dice" userId="6299c630df552f79" providerId="LiveId" clId="{1DCECF00-5804-4C80-9212-20F39A79703D}" dt="2023-05-14T21:03:23.393" v="1532" actId="26606"/>
          <ac:spMkLst>
            <pc:docMk/>
            <pc:sldMk cId="1547544090" sldId="256"/>
            <ac:spMk id="17" creationId="{5B7778FC-632E-4DCA-A7CB-0D7731CCF970}"/>
          </ac:spMkLst>
        </pc:spChg>
        <pc:spChg chg="add del">
          <ac:chgData name="Seth Dice" userId="6299c630df552f79" providerId="LiveId" clId="{1DCECF00-5804-4C80-9212-20F39A79703D}" dt="2023-05-14T21:03:00.283" v="1526" actId="26606"/>
          <ac:spMkLst>
            <pc:docMk/>
            <pc:sldMk cId="1547544090" sldId="256"/>
            <ac:spMk id="18" creationId="{38FAA1A1-D861-433F-88FA-1E9D6FD31D11}"/>
          </ac:spMkLst>
        </pc:spChg>
        <pc:spChg chg="add del">
          <ac:chgData name="Seth Dice" userId="6299c630df552f79" providerId="LiveId" clId="{1DCECF00-5804-4C80-9212-20F39A79703D}" dt="2023-05-14T21:03:23.393" v="1532" actId="26606"/>
          <ac:spMkLst>
            <pc:docMk/>
            <pc:sldMk cId="1547544090" sldId="256"/>
            <ac:spMk id="19" creationId="{FA23A907-97FB-4A8F-880A-DD77401C4296}"/>
          </ac:spMkLst>
        </pc:spChg>
        <pc:spChg chg="add del">
          <ac:chgData name="Seth Dice" userId="6299c630df552f79" providerId="LiveId" clId="{1DCECF00-5804-4C80-9212-20F39A79703D}" dt="2023-05-14T21:03:00.283" v="1526" actId="26606"/>
          <ac:spMkLst>
            <pc:docMk/>
            <pc:sldMk cId="1547544090" sldId="256"/>
            <ac:spMk id="20" creationId="{8D71EDA1-87BF-4D5D-AB79-F346FD19278A}"/>
          </ac:spMkLst>
        </pc:spChg>
        <pc:spChg chg="add del">
          <ac:chgData name="Seth Dice" userId="6299c630df552f79" providerId="LiveId" clId="{1DCECF00-5804-4C80-9212-20F39A79703D}" dt="2023-05-14T21:03:30.090" v="1534" actId="26606"/>
          <ac:spMkLst>
            <pc:docMk/>
            <pc:sldMk cId="1547544090" sldId="256"/>
            <ac:spMk id="190" creationId="{5A0118C5-4F8D-4CF4-BADD-53FEACC6C42A}"/>
          </ac:spMkLst>
        </pc:spChg>
        <pc:spChg chg="add del">
          <ac:chgData name="Seth Dice" userId="6299c630df552f79" providerId="LiveId" clId="{1DCECF00-5804-4C80-9212-20F39A79703D}" dt="2023-05-14T21:03:30.090" v="1534" actId="26606"/>
          <ac:spMkLst>
            <pc:docMk/>
            <pc:sldMk cId="1547544090" sldId="256"/>
            <ac:spMk id="361" creationId="{A99050EE-26AF-4253-BD50-F0FCD965A8F6}"/>
          </ac:spMkLst>
        </pc:spChg>
        <pc:spChg chg="add del">
          <ac:chgData name="Seth Dice" userId="6299c630df552f79" providerId="LiveId" clId="{1DCECF00-5804-4C80-9212-20F39A79703D}" dt="2023-05-14T21:03:30.090" v="1534" actId="26606"/>
          <ac:spMkLst>
            <pc:docMk/>
            <pc:sldMk cId="1547544090" sldId="256"/>
            <ac:spMk id="365" creationId="{D0C78466-EB6E-45A0-99A6-A00789ACD90A}"/>
          </ac:spMkLst>
        </pc:spChg>
        <pc:spChg chg="add del">
          <ac:chgData name="Seth Dice" userId="6299c630df552f79" providerId="LiveId" clId="{1DCECF00-5804-4C80-9212-20F39A79703D}" dt="2023-05-14T21:03:30.090" v="1534" actId="26606"/>
          <ac:spMkLst>
            <pc:docMk/>
            <pc:sldMk cId="1547544090" sldId="256"/>
            <ac:spMk id="366" creationId="{E99F76E4-5DFD-4DBE-B042-66FBCD1182C9}"/>
          </ac:spMkLst>
        </pc:spChg>
        <pc:spChg chg="add">
          <ac:chgData name="Seth Dice" userId="6299c630df552f79" providerId="LiveId" clId="{1DCECF00-5804-4C80-9212-20F39A79703D}" dt="2023-05-14T21:03:30.098" v="1535" actId="26606"/>
          <ac:spMkLst>
            <pc:docMk/>
            <pc:sldMk cId="1547544090" sldId="256"/>
            <ac:spMk id="369" creationId="{06DA9DF9-31F7-4056-B42E-878CC92417B8}"/>
          </ac:spMkLst>
        </pc:spChg>
        <pc:grpChg chg="add del">
          <ac:chgData name="Seth Dice" userId="6299c630df552f79" providerId="LiveId" clId="{1DCECF00-5804-4C80-9212-20F39A79703D}" dt="2023-05-14T21:03:30.090" v="1534" actId="26606"/>
          <ac:grpSpMkLst>
            <pc:docMk/>
            <pc:sldMk cId="1547544090" sldId="256"/>
            <ac:grpSpMk id="191" creationId="{773717CC-ECEE-4ABF-BA61-C59F46801775}"/>
          </ac:grpSpMkLst>
        </pc:grpChg>
        <pc:grpChg chg="add del">
          <ac:chgData name="Seth Dice" userId="6299c630df552f79" providerId="LiveId" clId="{1DCECF00-5804-4C80-9212-20F39A79703D}" dt="2023-05-14T21:03:30.090" v="1534" actId="26606"/>
          <ac:grpSpMkLst>
            <pc:docMk/>
            <pc:sldMk cId="1547544090" sldId="256"/>
            <ac:grpSpMk id="362" creationId="{00E015F5-1A99-4E40-BC3D-7707802996B5}"/>
          </ac:grpSpMkLst>
        </pc:grpChg>
        <pc:grpChg chg="add del">
          <ac:chgData name="Seth Dice" userId="6299c630df552f79" providerId="LiveId" clId="{1DCECF00-5804-4C80-9212-20F39A79703D}" dt="2023-05-14T21:03:30.090" v="1534" actId="26606"/>
          <ac:grpSpMkLst>
            <pc:docMk/>
            <pc:sldMk cId="1547544090" sldId="256"/>
            <ac:grpSpMk id="367" creationId="{5468B3A9-705E-43C3-A742-0619B0D8F2EE}"/>
          </ac:grpSpMkLst>
        </pc:grpChg>
        <pc:picChg chg="add del">
          <ac:chgData name="Seth Dice" userId="6299c630df552f79" providerId="LiveId" clId="{1DCECF00-5804-4C80-9212-20F39A79703D}" dt="2023-05-14T21:03:11.754" v="1528" actId="26606"/>
          <ac:picMkLst>
            <pc:docMk/>
            <pc:sldMk cId="1547544090" sldId="256"/>
            <ac:picMk id="5" creationId="{8A09CBC9-9692-2C12-921B-C15AECDA796B}"/>
          </ac:picMkLst>
        </pc:picChg>
        <pc:picChg chg="add del">
          <ac:chgData name="Seth Dice" userId="6299c630df552f79" providerId="LiveId" clId="{1DCECF00-5804-4C80-9212-20F39A79703D}" dt="2023-05-14T21:03:17.805" v="1530" actId="26606"/>
          <ac:picMkLst>
            <pc:docMk/>
            <pc:sldMk cId="1547544090" sldId="256"/>
            <ac:picMk id="7" creationId="{1552B2C3-C77F-0507-DC29-8B41943860BB}"/>
          </ac:picMkLst>
        </pc:picChg>
        <pc:picChg chg="add">
          <ac:chgData name="Seth Dice" userId="6299c630df552f79" providerId="LiveId" clId="{1DCECF00-5804-4C80-9212-20F39A79703D}" dt="2023-05-14T21:03:30.098" v="1535" actId="26606"/>
          <ac:picMkLst>
            <pc:docMk/>
            <pc:sldMk cId="1547544090" sldId="256"/>
            <ac:picMk id="370" creationId="{7A7E7383-2BF3-5240-23BE-76A8E9867D9A}"/>
          </ac:picMkLst>
        </pc:picChg>
      </pc:sldChg>
      <pc:sldChg chg="addSp modSp new mod ord setBg">
        <pc:chgData name="Seth Dice" userId="6299c630df552f79" providerId="LiveId" clId="{1DCECF00-5804-4C80-9212-20F39A79703D}" dt="2023-05-14T21:25:06.977" v="2185"/>
        <pc:sldMkLst>
          <pc:docMk/>
          <pc:sldMk cId="2455654819" sldId="257"/>
        </pc:sldMkLst>
        <pc:spChg chg="mod">
          <ac:chgData name="Seth Dice" userId="6299c630df552f79" providerId="LiveId" clId="{1DCECF00-5804-4C80-9212-20F39A79703D}" dt="2023-05-14T21:02:33.123" v="1524" actId="26606"/>
          <ac:spMkLst>
            <pc:docMk/>
            <pc:sldMk cId="2455654819" sldId="257"/>
            <ac:spMk id="2" creationId="{44D65E43-1C06-D0E9-E518-EBBD67E725E1}"/>
          </ac:spMkLst>
        </pc:spChg>
        <pc:spChg chg="mod">
          <ac:chgData name="Seth Dice" userId="6299c630df552f79" providerId="LiveId" clId="{1DCECF00-5804-4C80-9212-20F39A79703D}" dt="2023-05-14T21:02:33.123" v="1524" actId="26606"/>
          <ac:spMkLst>
            <pc:docMk/>
            <pc:sldMk cId="2455654819" sldId="257"/>
            <ac:spMk id="3" creationId="{0D559A6C-D992-1E1C-78BD-F8146B6E740D}"/>
          </ac:spMkLst>
        </pc:spChg>
        <pc:spChg chg="add">
          <ac:chgData name="Seth Dice" userId="6299c630df552f79" providerId="LiveId" clId="{1DCECF00-5804-4C80-9212-20F39A79703D}" dt="2023-05-14T21:02:33.123" v="1524" actId="26606"/>
          <ac:spMkLst>
            <pc:docMk/>
            <pc:sldMk cId="2455654819" sldId="257"/>
            <ac:spMk id="9" creationId="{04812C46-200A-4DEB-A05E-3ED6C68C2387}"/>
          </ac:spMkLst>
        </pc:spChg>
        <pc:spChg chg="add">
          <ac:chgData name="Seth Dice" userId="6299c630df552f79" providerId="LiveId" clId="{1DCECF00-5804-4C80-9212-20F39A79703D}" dt="2023-05-14T21:02:33.123" v="1524" actId="26606"/>
          <ac:spMkLst>
            <pc:docMk/>
            <pc:sldMk cId="2455654819" sldId="257"/>
            <ac:spMk id="11" creationId="{D1EA859B-E555-4109-94F3-6700E046E008}"/>
          </ac:spMkLst>
        </pc:spChg>
        <pc:picChg chg="add">
          <ac:chgData name="Seth Dice" userId="6299c630df552f79" providerId="LiveId" clId="{1DCECF00-5804-4C80-9212-20F39A79703D}" dt="2023-05-14T21:02:33.123" v="1524" actId="26606"/>
          <ac:picMkLst>
            <pc:docMk/>
            <pc:sldMk cId="2455654819" sldId="257"/>
            <ac:picMk id="5" creationId="{C609479E-C470-47AF-0946-ACECCE21EA86}"/>
          </ac:picMkLst>
        </pc:picChg>
      </pc:sldChg>
      <pc:sldChg chg="addSp modSp new mod setBg modNotesTx">
        <pc:chgData name="Seth Dice" userId="6299c630df552f79" providerId="LiveId" clId="{1DCECF00-5804-4C80-9212-20F39A79703D}" dt="2023-05-15T01:21:01.810" v="4910" actId="20577"/>
        <pc:sldMkLst>
          <pc:docMk/>
          <pc:sldMk cId="2923378847" sldId="258"/>
        </pc:sldMkLst>
        <pc:spChg chg="mod">
          <ac:chgData name="Seth Dice" userId="6299c630df552f79" providerId="LiveId" clId="{1DCECF00-5804-4C80-9212-20F39A79703D}" dt="2023-05-14T21:02:14.471" v="1523" actId="26606"/>
          <ac:spMkLst>
            <pc:docMk/>
            <pc:sldMk cId="2923378847" sldId="258"/>
            <ac:spMk id="2" creationId="{6B548353-5672-C956-9C42-F4029B7F4688}"/>
          </ac:spMkLst>
        </pc:spChg>
        <pc:spChg chg="mod">
          <ac:chgData name="Seth Dice" userId="6299c630df552f79" providerId="LiveId" clId="{1DCECF00-5804-4C80-9212-20F39A79703D}" dt="2023-05-15T01:21:01.810" v="4910" actId="20577"/>
          <ac:spMkLst>
            <pc:docMk/>
            <pc:sldMk cId="2923378847" sldId="258"/>
            <ac:spMk id="3" creationId="{81EFADF5-512C-46BC-A7B8-C0927E3B78E7}"/>
          </ac:spMkLst>
        </pc:spChg>
        <pc:spChg chg="add">
          <ac:chgData name="Seth Dice" userId="6299c630df552f79" providerId="LiveId" clId="{1DCECF00-5804-4C80-9212-20F39A79703D}" dt="2023-05-14T21:02:14.471" v="1523" actId="26606"/>
          <ac:spMkLst>
            <pc:docMk/>
            <pc:sldMk cId="2923378847" sldId="258"/>
            <ac:spMk id="9" creationId="{79BB35BC-D5C2-4C8B-A22A-A71E6191913B}"/>
          </ac:spMkLst>
        </pc:spChg>
        <pc:picChg chg="add">
          <ac:chgData name="Seth Dice" userId="6299c630df552f79" providerId="LiveId" clId="{1DCECF00-5804-4C80-9212-20F39A79703D}" dt="2023-05-14T21:02:14.471" v="1523" actId="26606"/>
          <ac:picMkLst>
            <pc:docMk/>
            <pc:sldMk cId="2923378847" sldId="258"/>
            <ac:picMk id="5" creationId="{2FCA1BE8-66D0-A2B0-173B-6F46DDBCD9FF}"/>
          </ac:picMkLst>
        </pc:picChg>
      </pc:sldChg>
      <pc:sldChg chg="addSp delSp modSp new mod setBg">
        <pc:chgData name="Seth Dice" userId="6299c630df552f79" providerId="LiveId" clId="{1DCECF00-5804-4C80-9212-20F39A79703D}" dt="2023-05-14T21:18:38.734" v="2028" actId="20577"/>
        <pc:sldMkLst>
          <pc:docMk/>
          <pc:sldMk cId="3804950980" sldId="259"/>
        </pc:sldMkLst>
        <pc:spChg chg="mod">
          <ac:chgData name="Seth Dice" userId="6299c630df552f79" providerId="LiveId" clId="{1DCECF00-5804-4C80-9212-20F39A79703D}" dt="2023-05-14T21:18:38.734" v="2028" actId="20577"/>
          <ac:spMkLst>
            <pc:docMk/>
            <pc:sldMk cId="3804950980" sldId="259"/>
            <ac:spMk id="2" creationId="{58A63FA4-B6D4-34C9-2F18-1CD889D0431C}"/>
          </ac:spMkLst>
        </pc:spChg>
        <pc:spChg chg="del">
          <ac:chgData name="Seth Dice" userId="6299c630df552f79" providerId="LiveId" clId="{1DCECF00-5804-4C80-9212-20F39A79703D}" dt="2023-05-14T20:59:41.182" v="1339" actId="21"/>
          <ac:spMkLst>
            <pc:docMk/>
            <pc:sldMk cId="3804950980" sldId="259"/>
            <ac:spMk id="3" creationId="{A30E53CA-1255-8ABB-FCF2-ED5D7D9E8C78}"/>
          </ac:spMkLst>
        </pc:spChg>
        <pc:spChg chg="add mod ord">
          <ac:chgData name="Seth Dice" userId="6299c630df552f79" providerId="LiveId" clId="{1DCECF00-5804-4C80-9212-20F39A79703D}" dt="2023-05-14T21:08:10.719" v="2016" actId="26606"/>
          <ac:spMkLst>
            <pc:docMk/>
            <pc:sldMk cId="3804950980" sldId="259"/>
            <ac:spMk id="6" creationId="{CDC95BF0-52FA-D458-1357-5EE75B3D0949}"/>
          </ac:spMkLst>
        </pc:spChg>
        <pc:spChg chg="add del">
          <ac:chgData name="Seth Dice" userId="6299c630df552f79" providerId="LiveId" clId="{1DCECF00-5804-4C80-9212-20F39A79703D}" dt="2023-05-14T21:00:08.477" v="1350" actId="26606"/>
          <ac:spMkLst>
            <pc:docMk/>
            <pc:sldMk cId="3804950980" sldId="259"/>
            <ac:spMk id="10" creationId="{99ED5833-B85B-4103-8A3B-CAB0308E6C15}"/>
          </ac:spMkLst>
        </pc:spChg>
        <pc:spChg chg="add del">
          <ac:chgData name="Seth Dice" userId="6299c630df552f79" providerId="LiveId" clId="{1DCECF00-5804-4C80-9212-20F39A79703D}" dt="2023-05-14T21:08:10.712" v="2015" actId="26606"/>
          <ac:spMkLst>
            <pc:docMk/>
            <pc:sldMk cId="3804950980" sldId="259"/>
            <ac:spMk id="11" creationId="{5EF17487-C386-4F99-B5EB-4FD3DF4236B2}"/>
          </ac:spMkLst>
        </pc:spChg>
        <pc:spChg chg="add del">
          <ac:chgData name="Seth Dice" userId="6299c630df552f79" providerId="LiveId" clId="{1DCECF00-5804-4C80-9212-20F39A79703D}" dt="2023-05-14T21:08:10.712" v="2015" actId="26606"/>
          <ac:spMkLst>
            <pc:docMk/>
            <pc:sldMk cId="3804950980" sldId="259"/>
            <ac:spMk id="13" creationId="{A0DE92DF-4769-4DE9-93FD-EE31271850CA}"/>
          </ac:spMkLst>
        </pc:spChg>
        <pc:spChg chg="add">
          <ac:chgData name="Seth Dice" userId="6299c630df552f79" providerId="LiveId" clId="{1DCECF00-5804-4C80-9212-20F39A79703D}" dt="2023-05-14T21:08:10.719" v="2016" actId="26606"/>
          <ac:spMkLst>
            <pc:docMk/>
            <pc:sldMk cId="3804950980" sldId="259"/>
            <ac:spMk id="15" creationId="{C1A2385B-1D2A-4E17-84FA-6CB7F0AAE473}"/>
          </ac:spMkLst>
        </pc:spChg>
        <pc:spChg chg="add">
          <ac:chgData name="Seth Dice" userId="6299c630df552f79" providerId="LiveId" clId="{1DCECF00-5804-4C80-9212-20F39A79703D}" dt="2023-05-14T21:08:10.719" v="2016" actId="26606"/>
          <ac:spMkLst>
            <pc:docMk/>
            <pc:sldMk cId="3804950980" sldId="259"/>
            <ac:spMk id="16" creationId="{385E1BDC-A9B0-4A87-82E3-F3187F69A802}"/>
          </ac:spMkLst>
        </pc:spChg>
        <pc:spChg chg="add">
          <ac:chgData name="Seth Dice" userId="6299c630df552f79" providerId="LiveId" clId="{1DCECF00-5804-4C80-9212-20F39A79703D}" dt="2023-05-14T21:08:10.719" v="2016" actId="26606"/>
          <ac:spMkLst>
            <pc:docMk/>
            <pc:sldMk cId="3804950980" sldId="259"/>
            <ac:spMk id="17" creationId="{5E791F2F-79DB-4CC0-9FA1-001E3E91E8B7}"/>
          </ac:spMkLst>
        </pc:spChg>
        <pc:spChg chg="add">
          <ac:chgData name="Seth Dice" userId="6299c630df552f79" providerId="LiveId" clId="{1DCECF00-5804-4C80-9212-20F39A79703D}" dt="2023-05-14T21:08:10.719" v="2016" actId="26606"/>
          <ac:spMkLst>
            <pc:docMk/>
            <pc:sldMk cId="3804950980" sldId="259"/>
            <ac:spMk id="18" creationId="{0990C621-3B8B-4820-8328-D47EF7CE823C}"/>
          </ac:spMkLst>
        </pc:spChg>
        <pc:picChg chg="add mod ord">
          <ac:chgData name="Seth Dice" userId="6299c630df552f79" providerId="LiveId" clId="{1DCECF00-5804-4C80-9212-20F39A79703D}" dt="2023-05-14T21:08:10.719" v="2016" actId="26606"/>
          <ac:picMkLst>
            <pc:docMk/>
            <pc:sldMk cId="3804950980" sldId="259"/>
            <ac:picMk id="4" creationId="{898A4043-692E-02BC-40F0-8144AD58E8A4}"/>
          </ac:picMkLst>
        </pc:picChg>
        <pc:picChg chg="add mod ord">
          <ac:chgData name="Seth Dice" userId="6299c630df552f79" providerId="LiveId" clId="{1DCECF00-5804-4C80-9212-20F39A79703D}" dt="2023-05-14T21:08:10.719" v="2016" actId="26606"/>
          <ac:picMkLst>
            <pc:docMk/>
            <pc:sldMk cId="3804950980" sldId="259"/>
            <ac:picMk id="5" creationId="{8C35E6AF-67DE-79F8-B5CF-90683618D336}"/>
          </ac:picMkLst>
        </pc:picChg>
      </pc:sldChg>
      <pc:sldChg chg="addSp delSp modSp new mod setBg">
        <pc:chgData name="Seth Dice" userId="6299c630df552f79" providerId="LiveId" clId="{1DCECF00-5804-4C80-9212-20F39A79703D}" dt="2023-05-15T01:21:55.213" v="4915" actId="122"/>
        <pc:sldMkLst>
          <pc:docMk/>
          <pc:sldMk cId="2301822767" sldId="260"/>
        </pc:sldMkLst>
        <pc:spChg chg="mod">
          <ac:chgData name="Seth Dice" userId="6299c630df552f79" providerId="LiveId" clId="{1DCECF00-5804-4C80-9212-20F39A79703D}" dt="2023-05-15T01:21:55.213" v="4915" actId="122"/>
          <ac:spMkLst>
            <pc:docMk/>
            <pc:sldMk cId="2301822767" sldId="260"/>
            <ac:spMk id="2" creationId="{8FBE45BC-362E-BA48-7B37-EDE5F291E102}"/>
          </ac:spMkLst>
        </pc:spChg>
        <pc:spChg chg="del">
          <ac:chgData name="Seth Dice" userId="6299c630df552f79" providerId="LiveId" clId="{1DCECF00-5804-4C80-9212-20F39A79703D}" dt="2023-05-14T21:20:39.372" v="2105" actId="21"/>
          <ac:spMkLst>
            <pc:docMk/>
            <pc:sldMk cId="2301822767" sldId="260"/>
            <ac:spMk id="3" creationId="{DC1A8A91-3ED6-DBB9-DAF1-38E3B3E4C071}"/>
          </ac:spMkLst>
        </pc:spChg>
        <pc:spChg chg="add del mod">
          <ac:chgData name="Seth Dice" userId="6299c630df552f79" providerId="LiveId" clId="{1DCECF00-5804-4C80-9212-20F39A79703D}" dt="2023-05-14T21:24:22.186" v="2111"/>
          <ac:spMkLst>
            <pc:docMk/>
            <pc:sldMk cId="2301822767" sldId="260"/>
            <ac:spMk id="6" creationId="{58F8341B-7BD4-C74F-2BF1-5D17DBD11153}"/>
          </ac:spMkLst>
        </pc:spChg>
        <pc:spChg chg="add mod">
          <ac:chgData name="Seth Dice" userId="6299c630df552f79" providerId="LiveId" clId="{1DCECF00-5804-4C80-9212-20F39A79703D}" dt="2023-05-15T01:21:41.547" v="4911" actId="26606"/>
          <ac:spMkLst>
            <pc:docMk/>
            <pc:sldMk cId="2301822767" sldId="260"/>
            <ac:spMk id="7" creationId="{BD7C5881-2408-A262-5068-134DC860F07C}"/>
          </ac:spMkLst>
        </pc:spChg>
        <pc:spChg chg="add">
          <ac:chgData name="Seth Dice" userId="6299c630df552f79" providerId="LiveId" clId="{1DCECF00-5804-4C80-9212-20F39A79703D}" dt="2023-05-15T01:21:41.547" v="4911" actId="26606"/>
          <ac:spMkLst>
            <pc:docMk/>
            <pc:sldMk cId="2301822767" sldId="260"/>
            <ac:spMk id="12" creationId="{058A14AF-9FB5-4CC7-BA35-E8E85D3EDF0E}"/>
          </ac:spMkLst>
        </pc:spChg>
        <pc:spChg chg="add">
          <ac:chgData name="Seth Dice" userId="6299c630df552f79" providerId="LiveId" clId="{1DCECF00-5804-4C80-9212-20F39A79703D}" dt="2023-05-15T01:21:41.547" v="4911" actId="26606"/>
          <ac:spMkLst>
            <pc:docMk/>
            <pc:sldMk cId="2301822767" sldId="260"/>
            <ac:spMk id="14" creationId="{3A9A4357-BD1D-4622-A4FE-766E6AB8DE84}"/>
          </ac:spMkLst>
        </pc:spChg>
        <pc:spChg chg="add">
          <ac:chgData name="Seth Dice" userId="6299c630df552f79" providerId="LiveId" clId="{1DCECF00-5804-4C80-9212-20F39A79703D}" dt="2023-05-15T01:21:41.547" v="4911" actId="26606"/>
          <ac:spMkLst>
            <pc:docMk/>
            <pc:sldMk cId="2301822767" sldId="260"/>
            <ac:spMk id="16" creationId="{E659831F-0D9A-4C63-9EBB-8435B85A440F}"/>
          </ac:spMkLst>
        </pc:spChg>
        <pc:spChg chg="add">
          <ac:chgData name="Seth Dice" userId="6299c630df552f79" providerId="LiveId" clId="{1DCECF00-5804-4C80-9212-20F39A79703D}" dt="2023-05-15T01:21:41.547" v="4911" actId="26606"/>
          <ac:spMkLst>
            <pc:docMk/>
            <pc:sldMk cId="2301822767" sldId="260"/>
            <ac:spMk id="18" creationId="{E6995CE5-F890-4ABA-82A2-26507CE8D2A3}"/>
          </ac:spMkLst>
        </pc:spChg>
        <pc:picChg chg="add mod ord">
          <ac:chgData name="Seth Dice" userId="6299c630df552f79" providerId="LiveId" clId="{1DCECF00-5804-4C80-9212-20F39A79703D}" dt="2023-05-15T01:21:41.547" v="4911" actId="26606"/>
          <ac:picMkLst>
            <pc:docMk/>
            <pc:sldMk cId="2301822767" sldId="260"/>
            <ac:picMk id="5" creationId="{0FD72FE8-9E75-58FC-3BCE-26BE1187B43C}"/>
          </ac:picMkLst>
        </pc:picChg>
      </pc:sldChg>
      <pc:sldChg chg="modSp new mod ord">
        <pc:chgData name="Seth Dice" userId="6299c630df552f79" providerId="LiveId" clId="{1DCECF00-5804-4C80-9212-20F39A79703D}" dt="2023-05-15T01:20:36.130" v="4859" actId="20577"/>
        <pc:sldMkLst>
          <pc:docMk/>
          <pc:sldMk cId="2838253801" sldId="261"/>
        </pc:sldMkLst>
        <pc:spChg chg="mod">
          <ac:chgData name="Seth Dice" userId="6299c630df552f79" providerId="LiveId" clId="{1DCECF00-5804-4C80-9212-20F39A79703D}" dt="2023-05-14T20:52:09.087" v="827" actId="122"/>
          <ac:spMkLst>
            <pc:docMk/>
            <pc:sldMk cId="2838253801" sldId="261"/>
            <ac:spMk id="2" creationId="{CD130444-7746-48D3-C501-883CFD496EB5}"/>
          </ac:spMkLst>
        </pc:spChg>
        <pc:spChg chg="mod">
          <ac:chgData name="Seth Dice" userId="6299c630df552f79" providerId="LiveId" clId="{1DCECF00-5804-4C80-9212-20F39A79703D}" dt="2023-05-15T01:20:36.130" v="4859" actId="20577"/>
          <ac:spMkLst>
            <pc:docMk/>
            <pc:sldMk cId="2838253801" sldId="261"/>
            <ac:spMk id="3" creationId="{7E160AF2-1FD5-09ED-8A3E-D3D63965C21E}"/>
          </ac:spMkLst>
        </pc:spChg>
      </pc:sldChg>
      <pc:sldChg chg="addSp delSp modSp new mod ord setBg">
        <pc:chgData name="Seth Dice" userId="6299c630df552f79" providerId="LiveId" clId="{1DCECF00-5804-4C80-9212-20F39A79703D}" dt="2023-05-15T00:33:52.022" v="3441" actId="20577"/>
        <pc:sldMkLst>
          <pc:docMk/>
          <pc:sldMk cId="3931745116" sldId="262"/>
        </pc:sldMkLst>
        <pc:spChg chg="mod">
          <ac:chgData name="Seth Dice" userId="6299c630df552f79" providerId="LiveId" clId="{1DCECF00-5804-4C80-9212-20F39A79703D}" dt="2023-05-15T00:33:03.217" v="3420" actId="26606"/>
          <ac:spMkLst>
            <pc:docMk/>
            <pc:sldMk cId="3931745116" sldId="262"/>
            <ac:spMk id="2" creationId="{25E8AAA2-01A5-49C7-D64A-99B4167FE808}"/>
          </ac:spMkLst>
        </pc:spChg>
        <pc:spChg chg="del mod">
          <ac:chgData name="Seth Dice" userId="6299c630df552f79" providerId="LiveId" clId="{1DCECF00-5804-4C80-9212-20F39A79703D}" dt="2023-05-15T00:21:53.921" v="2651"/>
          <ac:spMkLst>
            <pc:docMk/>
            <pc:sldMk cId="3931745116" sldId="262"/>
            <ac:spMk id="3" creationId="{BFE9DA9C-D4A2-0DD5-8C1E-AF5439BB5E4D}"/>
          </ac:spMkLst>
        </pc:spChg>
        <pc:spChg chg="add del mod">
          <ac:chgData name="Seth Dice" userId="6299c630df552f79" providerId="LiveId" clId="{1DCECF00-5804-4C80-9212-20F39A79703D}" dt="2023-05-15T00:24:30.847" v="2688" actId="21"/>
          <ac:spMkLst>
            <pc:docMk/>
            <pc:sldMk cId="3931745116" sldId="262"/>
            <ac:spMk id="7" creationId="{FCCDC088-C979-E506-71DA-75A551953567}"/>
          </ac:spMkLst>
        </pc:spChg>
        <pc:spChg chg="add mod">
          <ac:chgData name="Seth Dice" userId="6299c630df552f79" providerId="LiveId" clId="{1DCECF00-5804-4C80-9212-20F39A79703D}" dt="2023-05-15T00:33:03.217" v="3420" actId="26606"/>
          <ac:spMkLst>
            <pc:docMk/>
            <pc:sldMk cId="3931745116" sldId="262"/>
            <ac:spMk id="16" creationId="{627E9FEC-EDC7-CFDD-8F1B-FC8D1131CA29}"/>
          </ac:spMkLst>
        </pc:spChg>
        <pc:spChg chg="add mod">
          <ac:chgData name="Seth Dice" userId="6299c630df552f79" providerId="LiveId" clId="{1DCECF00-5804-4C80-9212-20F39A79703D}" dt="2023-05-15T00:33:03.217" v="3420" actId="26606"/>
          <ac:spMkLst>
            <pc:docMk/>
            <pc:sldMk cId="3931745116" sldId="262"/>
            <ac:spMk id="17" creationId="{488B8874-05B6-9F89-789D-9C8CDD85E893}"/>
          </ac:spMkLst>
        </pc:spChg>
        <pc:spChg chg="add del mod">
          <ac:chgData name="Seth Dice" userId="6299c630df552f79" providerId="LiveId" clId="{1DCECF00-5804-4C80-9212-20F39A79703D}" dt="2023-05-15T00:28:32.959" v="2840"/>
          <ac:spMkLst>
            <pc:docMk/>
            <pc:sldMk cId="3931745116" sldId="262"/>
            <ac:spMk id="18" creationId="{64A05006-5DEE-843C-A773-B45FF522FB3A}"/>
          </ac:spMkLst>
        </pc:spChg>
        <pc:spChg chg="add mod">
          <ac:chgData name="Seth Dice" userId="6299c630df552f79" providerId="LiveId" clId="{1DCECF00-5804-4C80-9212-20F39A79703D}" dt="2023-05-15T00:33:52.022" v="3441" actId="20577"/>
          <ac:spMkLst>
            <pc:docMk/>
            <pc:sldMk cId="3931745116" sldId="262"/>
            <ac:spMk id="19" creationId="{37A02972-9565-0EF2-8AFD-1F6B1090AD17}"/>
          </ac:spMkLst>
        </pc:spChg>
        <pc:spChg chg="add">
          <ac:chgData name="Seth Dice" userId="6299c630df552f79" providerId="LiveId" clId="{1DCECF00-5804-4C80-9212-20F39A79703D}" dt="2023-05-15T00:33:03.217" v="3420" actId="26606"/>
          <ac:spMkLst>
            <pc:docMk/>
            <pc:sldMk cId="3931745116" sldId="262"/>
            <ac:spMk id="24" creationId="{0D7B6173-1D58-48E2-83CF-37350F315F75}"/>
          </ac:spMkLst>
        </pc:spChg>
        <pc:spChg chg="add">
          <ac:chgData name="Seth Dice" userId="6299c630df552f79" providerId="LiveId" clId="{1DCECF00-5804-4C80-9212-20F39A79703D}" dt="2023-05-15T00:33:03.217" v="3420" actId="26606"/>
          <ac:spMkLst>
            <pc:docMk/>
            <pc:sldMk cId="3931745116" sldId="262"/>
            <ac:spMk id="26" creationId="{3D4464D8-FD41-4EA2-9094-791BB1112FFA}"/>
          </ac:spMkLst>
        </pc:spChg>
        <pc:spChg chg="add">
          <ac:chgData name="Seth Dice" userId="6299c630df552f79" providerId="LiveId" clId="{1DCECF00-5804-4C80-9212-20F39A79703D}" dt="2023-05-15T00:33:03.217" v="3420" actId="26606"/>
          <ac:spMkLst>
            <pc:docMk/>
            <pc:sldMk cId="3931745116" sldId="262"/>
            <ac:spMk id="30" creationId="{21BDEC81-16A7-4451-B893-C15000083B77}"/>
          </ac:spMkLst>
        </pc:spChg>
        <pc:spChg chg="add">
          <ac:chgData name="Seth Dice" userId="6299c630df552f79" providerId="LiveId" clId="{1DCECF00-5804-4C80-9212-20F39A79703D}" dt="2023-05-15T00:33:03.217" v="3420" actId="26606"/>
          <ac:spMkLst>
            <pc:docMk/>
            <pc:sldMk cId="3931745116" sldId="262"/>
            <ac:spMk id="32" creationId="{514A1B69-F82D-4322-9669-42AC0CB70B05}"/>
          </ac:spMkLst>
        </pc:spChg>
        <pc:picChg chg="add del mod">
          <ac:chgData name="Seth Dice" userId="6299c630df552f79" providerId="LiveId" clId="{1DCECF00-5804-4C80-9212-20F39A79703D}" dt="2023-05-15T00:22:17.223" v="2658" actId="21"/>
          <ac:picMkLst>
            <pc:docMk/>
            <pc:sldMk cId="3931745116" sldId="262"/>
            <ac:picMk id="4" creationId="{3F7221B6-0DE7-3DBF-C77B-A80BA908DBA6}"/>
          </ac:picMkLst>
        </pc:picChg>
        <pc:picChg chg="add del mod">
          <ac:chgData name="Seth Dice" userId="6299c630df552f79" providerId="LiveId" clId="{1DCECF00-5804-4C80-9212-20F39A79703D}" dt="2023-05-15T00:22:28.929" v="2661" actId="21"/>
          <ac:picMkLst>
            <pc:docMk/>
            <pc:sldMk cId="3931745116" sldId="262"/>
            <ac:picMk id="5" creationId="{5C4B5F66-89AA-765C-CBFB-728200BF8D2C}"/>
          </ac:picMkLst>
        </pc:picChg>
        <pc:picChg chg="add del mod">
          <ac:chgData name="Seth Dice" userId="6299c630df552f79" providerId="LiveId" clId="{1DCECF00-5804-4C80-9212-20F39A79703D}" dt="2023-05-15T00:23:19.580" v="2671" actId="21"/>
          <ac:picMkLst>
            <pc:docMk/>
            <pc:sldMk cId="3931745116" sldId="262"/>
            <ac:picMk id="9" creationId="{0AB6C7BF-DBF6-15A5-BFCF-6F90C910ED64}"/>
          </ac:picMkLst>
        </pc:picChg>
        <pc:picChg chg="add del mod">
          <ac:chgData name="Seth Dice" userId="6299c630df552f79" providerId="LiveId" clId="{1DCECF00-5804-4C80-9212-20F39A79703D}" dt="2023-05-15T00:23:20.474" v="2672" actId="21"/>
          <ac:picMkLst>
            <pc:docMk/>
            <pc:sldMk cId="3931745116" sldId="262"/>
            <ac:picMk id="11" creationId="{0086D65D-B86E-D58F-E70E-568B3F6207C6}"/>
          </ac:picMkLst>
        </pc:picChg>
        <pc:picChg chg="add mod">
          <ac:chgData name="Seth Dice" userId="6299c630df552f79" providerId="LiveId" clId="{1DCECF00-5804-4C80-9212-20F39A79703D}" dt="2023-05-15T00:33:03.217" v="3420" actId="26606"/>
          <ac:picMkLst>
            <pc:docMk/>
            <pc:sldMk cId="3931745116" sldId="262"/>
            <ac:picMk id="12" creationId="{79DF86BE-62A7-3BA4-D957-0ECE7AE93C4B}"/>
          </ac:picMkLst>
        </pc:picChg>
        <pc:picChg chg="add mod">
          <ac:chgData name="Seth Dice" userId="6299c630df552f79" providerId="LiveId" clId="{1DCECF00-5804-4C80-9212-20F39A79703D}" dt="2023-05-15T00:33:03.217" v="3420" actId="26606"/>
          <ac:picMkLst>
            <pc:docMk/>
            <pc:sldMk cId="3931745116" sldId="262"/>
            <ac:picMk id="13" creationId="{05132D99-14F8-1F1A-201E-C0139AA3C8F8}"/>
          </ac:picMkLst>
        </pc:picChg>
        <pc:picChg chg="add">
          <ac:chgData name="Seth Dice" userId="6299c630df552f79" providerId="LiveId" clId="{1DCECF00-5804-4C80-9212-20F39A79703D}" dt="2023-05-15T00:33:03.217" v="3420" actId="26606"/>
          <ac:picMkLst>
            <pc:docMk/>
            <pc:sldMk cId="3931745116" sldId="262"/>
            <ac:picMk id="28" creationId="{B0DAC8FB-A162-44E3-A606-C855A03A5B09}"/>
          </ac:picMkLst>
        </pc:picChg>
      </pc:sldChg>
      <pc:sldChg chg="addSp modSp new mod setBg">
        <pc:chgData name="Seth Dice" userId="6299c630df552f79" providerId="LiveId" clId="{1DCECF00-5804-4C80-9212-20F39A79703D}" dt="2023-05-15T00:40:07.275" v="4078" actId="1076"/>
        <pc:sldMkLst>
          <pc:docMk/>
          <pc:sldMk cId="2554630354" sldId="263"/>
        </pc:sldMkLst>
        <pc:spChg chg="mod">
          <ac:chgData name="Seth Dice" userId="6299c630df552f79" providerId="LiveId" clId="{1DCECF00-5804-4C80-9212-20F39A79703D}" dt="2023-05-15T00:40:07.275" v="4078" actId="1076"/>
          <ac:spMkLst>
            <pc:docMk/>
            <pc:sldMk cId="2554630354" sldId="263"/>
            <ac:spMk id="2" creationId="{0FB541B5-4A54-7082-81F4-77931CB2A9B1}"/>
          </ac:spMkLst>
        </pc:spChg>
        <pc:spChg chg="mod">
          <ac:chgData name="Seth Dice" userId="6299c630df552f79" providerId="LiveId" clId="{1DCECF00-5804-4C80-9212-20F39A79703D}" dt="2023-05-15T00:40:01.185" v="4076" actId="26606"/>
          <ac:spMkLst>
            <pc:docMk/>
            <pc:sldMk cId="2554630354" sldId="263"/>
            <ac:spMk id="3" creationId="{876DEF13-65C8-8518-7BC3-1261E9350325}"/>
          </ac:spMkLst>
        </pc:spChg>
        <pc:spChg chg="add">
          <ac:chgData name="Seth Dice" userId="6299c630df552f79" providerId="LiveId" clId="{1DCECF00-5804-4C80-9212-20F39A79703D}" dt="2023-05-15T00:40:01.185" v="4076" actId="26606"/>
          <ac:spMkLst>
            <pc:docMk/>
            <pc:sldMk cId="2554630354" sldId="263"/>
            <ac:spMk id="10" creationId="{0D7B6173-1D58-48E2-83CF-37350F315F75}"/>
          </ac:spMkLst>
        </pc:spChg>
        <pc:spChg chg="add">
          <ac:chgData name="Seth Dice" userId="6299c630df552f79" providerId="LiveId" clId="{1DCECF00-5804-4C80-9212-20F39A79703D}" dt="2023-05-15T00:40:01.185" v="4076" actId="26606"/>
          <ac:spMkLst>
            <pc:docMk/>
            <pc:sldMk cId="2554630354" sldId="263"/>
            <ac:spMk id="12" creationId="{7803386D-8EC0-490A-9296-FAFCF1ADA274}"/>
          </ac:spMkLst>
        </pc:spChg>
        <pc:spChg chg="add">
          <ac:chgData name="Seth Dice" userId="6299c630df552f79" providerId="LiveId" clId="{1DCECF00-5804-4C80-9212-20F39A79703D}" dt="2023-05-15T00:40:01.185" v="4076" actId="26606"/>
          <ac:spMkLst>
            <pc:docMk/>
            <pc:sldMk cId="2554630354" sldId="263"/>
            <ac:spMk id="16" creationId="{D87C4F29-0DC4-4901-A2FD-7C88889E6035}"/>
          </ac:spMkLst>
        </pc:spChg>
        <pc:spChg chg="add">
          <ac:chgData name="Seth Dice" userId="6299c630df552f79" providerId="LiveId" clId="{1DCECF00-5804-4C80-9212-20F39A79703D}" dt="2023-05-15T00:40:01.185" v="4076" actId="26606"/>
          <ac:spMkLst>
            <pc:docMk/>
            <pc:sldMk cId="2554630354" sldId="263"/>
            <ac:spMk id="18" creationId="{E6A781BA-2341-444F-811D-870633C4FB0B}"/>
          </ac:spMkLst>
        </pc:spChg>
        <pc:picChg chg="add">
          <ac:chgData name="Seth Dice" userId="6299c630df552f79" providerId="LiveId" clId="{1DCECF00-5804-4C80-9212-20F39A79703D}" dt="2023-05-15T00:40:01.185" v="4076" actId="26606"/>
          <ac:picMkLst>
            <pc:docMk/>
            <pc:sldMk cId="2554630354" sldId="263"/>
            <ac:picMk id="7" creationId="{EAD6825A-1468-56DD-8AD3-C813C1853EA9}"/>
          </ac:picMkLst>
        </pc:picChg>
        <pc:picChg chg="add">
          <ac:chgData name="Seth Dice" userId="6299c630df552f79" providerId="LiveId" clId="{1DCECF00-5804-4C80-9212-20F39A79703D}" dt="2023-05-15T00:40:01.185" v="4076" actId="26606"/>
          <ac:picMkLst>
            <pc:docMk/>
            <pc:sldMk cId="2554630354" sldId="263"/>
            <ac:picMk id="14" creationId="{C4720EDA-E218-43A9-8817-08F09F4DB6CA}"/>
          </ac:picMkLst>
        </pc:picChg>
      </pc:sldChg>
      <pc:sldChg chg="addSp modSp new mod ord setBg">
        <pc:chgData name="Seth Dice" userId="6299c630df552f79" providerId="LiveId" clId="{1DCECF00-5804-4C80-9212-20F39A79703D}" dt="2023-05-15T01:16:33.653" v="4834" actId="122"/>
        <pc:sldMkLst>
          <pc:docMk/>
          <pc:sldMk cId="3040918913" sldId="264"/>
        </pc:sldMkLst>
        <pc:spChg chg="mod">
          <ac:chgData name="Seth Dice" userId="6299c630df552f79" providerId="LiveId" clId="{1DCECF00-5804-4C80-9212-20F39A79703D}" dt="2023-05-15T01:16:33.653" v="4834" actId="122"/>
          <ac:spMkLst>
            <pc:docMk/>
            <pc:sldMk cId="3040918913" sldId="264"/>
            <ac:spMk id="2" creationId="{605BF1E5-3D1B-60DF-96AF-7473BD0AE3EB}"/>
          </ac:spMkLst>
        </pc:spChg>
        <pc:spChg chg="mod">
          <ac:chgData name="Seth Dice" userId="6299c630df552f79" providerId="LiveId" clId="{1DCECF00-5804-4C80-9212-20F39A79703D}" dt="2023-05-15T01:16:28.875" v="4833" actId="26606"/>
          <ac:spMkLst>
            <pc:docMk/>
            <pc:sldMk cId="3040918913" sldId="264"/>
            <ac:spMk id="3" creationId="{02F355B9-A1B6-D51D-D53F-672231815A95}"/>
          </ac:spMkLst>
        </pc:spChg>
        <pc:spChg chg="add">
          <ac:chgData name="Seth Dice" userId="6299c630df552f79" providerId="LiveId" clId="{1DCECF00-5804-4C80-9212-20F39A79703D}" dt="2023-05-15T01:16:28.875" v="4833" actId="26606"/>
          <ac:spMkLst>
            <pc:docMk/>
            <pc:sldMk cId="3040918913" sldId="264"/>
            <ac:spMk id="9" creationId="{04812C46-200A-4DEB-A05E-3ED6C68C2387}"/>
          </ac:spMkLst>
        </pc:spChg>
        <pc:picChg chg="add">
          <ac:chgData name="Seth Dice" userId="6299c630df552f79" providerId="LiveId" clId="{1DCECF00-5804-4C80-9212-20F39A79703D}" dt="2023-05-15T01:16:28.875" v="4833" actId="26606"/>
          <ac:picMkLst>
            <pc:docMk/>
            <pc:sldMk cId="3040918913" sldId="264"/>
            <ac:picMk id="5" creationId="{49F0D94A-E798-FB76-AC17-11864B46F6B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C4A99A-12EB-4D12-BDA8-454DFC37BB06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E26C5B-6AE0-4FB7-BD87-06C03916A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51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26C5B-6AE0-4FB7-BD87-06C03916ADE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707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EA58F-37D2-83F1-2CC7-0847ADC3F1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6946EE-847D-6F3B-2458-6F610B4527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CDDB0-B8A9-B11D-75D9-256C49996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0AEC7-3BB5-42E8-94CB-2D6C4CBB229A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C4A51-7E85-BC91-FEC5-D74D52665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88E91-DB2B-C01B-3DA1-F8FE5DAD0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F3EC-5284-42E5-BBD6-6B8196B68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134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452E3-3C01-A126-6750-375913B8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E5F04-04C9-21DE-D36F-96FCDE27E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0238D-A923-80EC-DBC0-5F1C05D64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0AEC7-3BB5-42E8-94CB-2D6C4CBB229A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32689-A69B-B9F2-C612-BFFDC606A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8BFAE-E6A5-7F93-3CDD-502712AAE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F3EC-5284-42E5-BBD6-6B8196B68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50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07E66-AC63-E1F2-4A66-0ED9CF897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A02C3-7A34-3679-0E7B-70404EB2C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64AB4-F3E8-9562-9262-C97720677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0AEC7-3BB5-42E8-94CB-2D6C4CBB229A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B3D13-4630-1C10-7F18-01FB8B7A0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F2D3F-3F44-5C3C-5AD7-3D541D900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F3EC-5284-42E5-BBD6-6B8196B68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464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7998C-2B69-DE5D-FF58-AA632C935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DF2A2-EFF5-D1AC-A67A-F09B82544D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025BC-CDB1-3FE6-D130-12028A0B0D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19006-0C8A-D9E2-CC22-7EEC31BFE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0AEC7-3BB5-42E8-94CB-2D6C4CBB229A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D7722E-2876-8C37-61D6-53472463A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477E2-CD97-C108-AA6A-1E7D8548B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F3EC-5284-42E5-BBD6-6B8196B68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89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1D7CC-E924-961A-3630-63E4BC964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AB73F-9BBE-241C-6119-41C49DB68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D6C7D4-2DF4-5F1E-C322-900D74067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D6D38F-D0DB-5C80-F8F2-9D18F8AE70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456DD7-E451-F067-5179-0AB2925841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FD53F1-7673-72F0-4C72-2E817C9B0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0AEC7-3BB5-42E8-94CB-2D6C4CBB229A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B8A774-9577-C41E-7AC8-D31E5F766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6FA16D-C49E-6277-1E91-F636B182F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F3EC-5284-42E5-BBD6-6B8196B68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70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B4BF5-9A89-CC4C-347A-BA35CBA44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9EDCE-633D-02A0-8529-A7BE4268B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0AEC7-3BB5-42E8-94CB-2D6C4CBB229A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2E7BD4-5BB3-3D4E-1593-E4B904AAB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CBDA58-119B-742F-AD43-6517B2BC5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F3EC-5284-42E5-BBD6-6B8196B68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001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4D2F61-8EFC-3A82-A4C5-EA6777A72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0AEC7-3BB5-42E8-94CB-2D6C4CBB229A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6E0790-25C0-9642-CA66-F4763523A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45BAD-83E0-90D7-E227-39A95AA7B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F3EC-5284-42E5-BBD6-6B8196B68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959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6204C-7E30-0CB3-D8A7-3086AC326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079A2-9C9C-417E-CB33-2A248DCBD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CE63C3-4093-1CFD-76ED-D97E61F08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48667-79F6-4A7D-EEBC-414334442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0AEC7-3BB5-42E8-94CB-2D6C4CBB229A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931FAA-F4FC-4841-3842-4A5099AEE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D50B0-3BF9-D326-B590-DABA146E6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F3EC-5284-42E5-BBD6-6B8196B68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019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EFD61-4033-1A9A-E27B-1A8EEA1F1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ECFC07-E2CD-9EB4-02B8-4CC9CEF133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929599-3CF2-9713-D26D-1801DDBCC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D7BCA-155F-4970-0445-1FD167FEF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0AEC7-3BB5-42E8-94CB-2D6C4CBB229A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559F65-2E8B-27FD-B4E9-24F37BD61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845243-2135-1238-C185-76B98A222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F3EC-5284-42E5-BBD6-6B8196B68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104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40B4C-D2D9-1FC6-64AE-E231912CB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7729B-0834-6ED4-6351-AADE969AF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CB6F0-CB21-83AB-3D53-CA427AE03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0AEC7-3BB5-42E8-94CB-2D6C4CBB229A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1BEBC-8039-508A-C744-AC81112F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3B21A-0AE0-82CE-81E8-32D09EBF1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F3EC-5284-42E5-BBD6-6B8196B68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105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016B4C-E415-F59A-8099-55E6832997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27F586-5030-4734-A9BC-252F9B9188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971D6-F0E9-B60E-71CA-13F23D144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0AEC7-3BB5-42E8-94CB-2D6C4CBB229A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AE23A-E849-CEB7-2151-B1D7A87E6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10464-1098-28E6-7AC9-90AF07763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F3EC-5284-42E5-BBD6-6B8196B68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160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539BA1-75F8-81C5-EE8A-FEEF2333E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AB767-BE82-B20D-8847-8AC711C82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C2BC7-497D-2651-5014-6A51F83344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0AEC7-3BB5-42E8-94CB-2D6C4CBB229A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31929-BAF7-84E3-310D-1095BF6D02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F5D4D-8629-50D8-AB90-D600CE69C6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3F3EC-5284-42E5-BBD6-6B8196B68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06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9" name="Rectangle 8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5D70BC-EFF9-D8F5-0C47-DE8E978672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2108877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Football Popularity Measure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F4DA5-00A4-D19A-E862-3782D8EA1F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8" y="3119700"/>
            <a:ext cx="4620584" cy="775494"/>
          </a:xfrm>
        </p:spPr>
        <p:txBody>
          <a:bodyPr>
            <a:noAutofit/>
          </a:bodyPr>
          <a:lstStyle/>
          <a:p>
            <a:r>
              <a:rPr lang="en-US" sz="1200" dirty="0"/>
              <a:t>Seth W. Dice</a:t>
            </a:r>
          </a:p>
          <a:p>
            <a:r>
              <a:rPr lang="en-US" sz="1200" dirty="0"/>
              <a:t>Master of Science in Data Science, Bellevue University</a:t>
            </a:r>
          </a:p>
          <a:p>
            <a:r>
              <a:rPr lang="en-US" sz="1200" dirty="0"/>
              <a:t>DSC500-T302: Introduction to Data Science</a:t>
            </a:r>
          </a:p>
          <a:p>
            <a:r>
              <a:rPr lang="en-US" sz="1200" dirty="0"/>
              <a:t>Professor </a:t>
            </a:r>
            <a:r>
              <a:rPr lang="en-US" sz="1200" dirty="0" err="1"/>
              <a:t>Fadi</a:t>
            </a:r>
            <a:r>
              <a:rPr lang="en-US" sz="1200" dirty="0"/>
              <a:t> </a:t>
            </a:r>
            <a:r>
              <a:rPr lang="en-US" sz="1200" dirty="0" err="1"/>
              <a:t>Alsaleem</a:t>
            </a:r>
            <a:endParaRPr lang="en-US" sz="1200" dirty="0"/>
          </a:p>
          <a:p>
            <a:r>
              <a:rPr lang="en-US" sz="1200" dirty="0"/>
              <a:t>May 14, 2023</a:t>
            </a:r>
          </a:p>
          <a:p>
            <a:pPr algn="l"/>
            <a:endParaRPr lang="en-US" sz="1200" dirty="0"/>
          </a:p>
        </p:txBody>
      </p:sp>
      <p:pic>
        <p:nvPicPr>
          <p:cNvPr id="370" name="Picture 4">
            <a:extLst>
              <a:ext uri="{FF2B5EF4-FFF2-40B4-BE49-F238E27FC236}">
                <a16:creationId xmlns:a16="http://schemas.microsoft.com/office/drawing/2014/main" id="{7A7E7383-2BF3-5240-23BE-76A8E9867D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748" r="14214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47544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48353-5672-C956-9C42-F4029B7F4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US" dirty="0"/>
              <a:t>Football Supreme</a:t>
            </a:r>
            <a:endParaRPr lang="en-US"/>
          </a:p>
        </p:txBody>
      </p:sp>
      <p:pic>
        <p:nvPicPr>
          <p:cNvPr id="5" name="Picture 4" descr="Laces out on a football">
            <a:extLst>
              <a:ext uri="{FF2B5EF4-FFF2-40B4-BE49-F238E27FC236}">
                <a16:creationId xmlns:a16="http://schemas.microsoft.com/office/drawing/2014/main" id="{2FCA1BE8-66D0-A2B0-173B-6F46DDBCD9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071" r="20619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FADF5-512C-46BC-A7B8-C0927E3B7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r>
              <a:rPr lang="en-US" sz="1700" dirty="0"/>
              <a:t>Tackle football will be discussed as this sport has repeated blows to head leading to concussions.</a:t>
            </a:r>
          </a:p>
          <a:p>
            <a:r>
              <a:rPr lang="en-US" sz="1700" dirty="0"/>
              <a:t>Football sits atop the viewership and TV rating numbers (</a:t>
            </a:r>
            <a:r>
              <a:rPr lang="en-US" sz="1700" dirty="0" err="1"/>
              <a:t>Ojeagbase</a:t>
            </a:r>
            <a:r>
              <a:rPr lang="en-US" sz="1700" dirty="0"/>
              <a:t>, 2022). </a:t>
            </a:r>
          </a:p>
          <a:p>
            <a:r>
              <a:rPr lang="en-US" sz="1700" dirty="0"/>
              <a:t>Football is a predominately male played sport which adds more credence to the sport being supreme versus other sports that have more participation amongst both genders (Football player demographics and statistics [2023]: Number of football players in the US, 2022).</a:t>
            </a:r>
          </a:p>
          <a:p>
            <a:r>
              <a:rPr lang="en-US" sz="1700" dirty="0"/>
              <a:t>Comparing football participation to basketball and baseball as these are listed two and three in terms of popularity, respectively (Petrova, 2023). 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923378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ootball on green playing field">
            <a:extLst>
              <a:ext uri="{FF2B5EF4-FFF2-40B4-BE49-F238E27FC236}">
                <a16:creationId xmlns:a16="http://schemas.microsoft.com/office/drawing/2014/main" id="{C609479E-C470-47AF-0946-ACECCE21EA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84" r="-1" b="-1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D65E43-1C06-D0E9-E518-EBBD67E72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Survival of Football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59A6C-D992-1E1C-78BD-F8146B6E7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sz="1600" dirty="0"/>
              <a:t>Children are the future for society and sports such as football, and for football to survive it must have participants.</a:t>
            </a:r>
          </a:p>
          <a:p>
            <a:r>
              <a:rPr lang="en-US" sz="1600" dirty="0"/>
              <a:t>Research confirming links between repeated head trauma leading to Chronic Traumatic Encephalopathy (CTE). </a:t>
            </a:r>
          </a:p>
          <a:p>
            <a:r>
              <a:rPr lang="en-US" sz="1600" dirty="0"/>
              <a:t>NFL has been taking measures to reduce the risk of developing concussions/CTE with safety measures in form of rulings and player equipment. </a:t>
            </a:r>
          </a:p>
          <a:p>
            <a:r>
              <a:rPr lang="en-US" sz="1600" dirty="0"/>
              <a:t>Increased risk awareness of football could lead to less families wanting their loved ones to participate.</a:t>
            </a:r>
          </a:p>
        </p:txBody>
      </p:sp>
    </p:spTree>
    <p:extLst>
      <p:ext uri="{BB962C8B-B14F-4D97-AF65-F5344CB8AC3E}">
        <p14:creationId xmlns:p14="http://schemas.microsoft.com/office/powerpoint/2010/main" val="2455654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0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2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A63FA4-B6D4-34C9-2F18-1CD889D04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200" dirty="0"/>
              <a:t>Select</a:t>
            </a:r>
            <a:br>
              <a:rPr lang="en-US" sz="3200" dirty="0"/>
            </a:br>
            <a:r>
              <a:rPr lang="en-US" sz="3200" dirty="0"/>
              <a:t>Football </a:t>
            </a:r>
            <a:br>
              <a:rPr lang="en-US" sz="3200" dirty="0"/>
            </a:br>
            <a:r>
              <a:rPr lang="en-US" sz="3200" dirty="0"/>
              <a:t>Participation </a:t>
            </a:r>
            <a:br>
              <a:rPr lang="en-US" sz="3200" dirty="0"/>
            </a:br>
            <a:r>
              <a:rPr lang="en-US" sz="3200" dirty="0"/>
              <a:t>Measured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C95BF0-52FA-D458-1357-5EE75B3D0949}"/>
              </a:ext>
            </a:extLst>
          </p:cNvPr>
          <p:cNvSpPr txBox="1"/>
          <p:nvPr/>
        </p:nvSpPr>
        <p:spPr>
          <a:xfrm>
            <a:off x="5250106" y="586822"/>
            <a:ext cx="6106742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Football has not seen the same increase in positive participation for 2020-2021 change versus baseball/basketball.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This chart shows Select Sports participation which is separate from other forms of sports participation such as school sports.</a:t>
            </a:r>
          </a:p>
        </p:txBody>
      </p:sp>
      <p:pic>
        <p:nvPicPr>
          <p:cNvPr id="5" name="Picture 4" descr="A picture containing text, screenshot, number, menu&#10;&#10;Description automatically generated">
            <a:extLst>
              <a:ext uri="{FF2B5EF4-FFF2-40B4-BE49-F238E27FC236}">
                <a16:creationId xmlns:a16="http://schemas.microsoft.com/office/drawing/2014/main" id="{8C35E6AF-67DE-79F8-B5CF-90683618D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799" y="2729397"/>
            <a:ext cx="3135477" cy="3483864"/>
          </a:xfrm>
          <a:prstGeom prst="rect">
            <a:avLst/>
          </a:prstGeom>
        </p:spPr>
      </p:pic>
      <p:pic>
        <p:nvPicPr>
          <p:cNvPr id="4" name="Picture 3" descr="A picture containing text, screenshot, number, menu&#10;&#10;Description automatically generated">
            <a:extLst>
              <a:ext uri="{FF2B5EF4-FFF2-40B4-BE49-F238E27FC236}">
                <a16:creationId xmlns:a16="http://schemas.microsoft.com/office/drawing/2014/main" id="{898A4043-692E-02BC-40F0-8144AD58E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164" y="2729397"/>
            <a:ext cx="3170316" cy="34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950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BE45BC-362E-BA48-7B37-EDE5F291E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National Federation of High School Associations Participation Survey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7C5881-2408-A262-5068-134DC860F07C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Over time football participation decreased but remained greater than the other sports.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Shows that football has not been growing year-over-year which leaves opening for sports to gain increased participation.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D72FE8-9E75-58FC-3BCE-26BE1187B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238" y="2484255"/>
            <a:ext cx="4232865" cy="371424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822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D4464D8-FD41-4EA2-9094-791BB1112F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14A1B69-F82D-4322-9669-42AC0CB70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6678" y="0"/>
            <a:ext cx="11145980" cy="6870723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E8AAA2-01A5-49C7-D64A-99B4167FE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965" y="549265"/>
            <a:ext cx="9792707" cy="1679489"/>
          </a:xfrm>
        </p:spPr>
        <p:txBody>
          <a:bodyPr anchor="b">
            <a:normAutofit/>
          </a:bodyPr>
          <a:lstStyle/>
          <a:p>
            <a:pPr algn="ctr"/>
            <a:r>
              <a:rPr lang="en-US" sz="4800" dirty="0"/>
              <a:t>Chronic Traumatic Encephalopathy</a:t>
            </a:r>
          </a:p>
        </p:txBody>
      </p:sp>
      <p:pic>
        <p:nvPicPr>
          <p:cNvPr id="12" name="Picture 11" descr="Chart&#10;&#10;Description automatically generated">
            <a:extLst>
              <a:ext uri="{FF2B5EF4-FFF2-40B4-BE49-F238E27FC236}">
                <a16:creationId xmlns:a16="http://schemas.microsoft.com/office/drawing/2014/main" id="{79DF86BE-62A7-3BA4-D957-0ECE7AE93C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661" y="2422509"/>
            <a:ext cx="4100267" cy="1027470"/>
          </a:xfrm>
          <a:prstGeom prst="rect">
            <a:avLst/>
          </a:prstGeom>
        </p:spPr>
      </p:pic>
      <p:pic>
        <p:nvPicPr>
          <p:cNvPr id="13" name="Picture 12" descr="Chart, line chart&#10;&#10;Description automatically generated">
            <a:extLst>
              <a:ext uri="{FF2B5EF4-FFF2-40B4-BE49-F238E27FC236}">
                <a16:creationId xmlns:a16="http://schemas.microsoft.com/office/drawing/2014/main" id="{05132D99-14F8-1F1A-201E-C0139AA3C8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267" y="2460523"/>
            <a:ext cx="4100267" cy="98945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27E9FEC-EDC7-CFDD-8F1B-FC8D1131CA29}"/>
              </a:ext>
            </a:extLst>
          </p:cNvPr>
          <p:cNvSpPr txBox="1"/>
          <p:nvPr/>
        </p:nvSpPr>
        <p:spPr>
          <a:xfrm>
            <a:off x="2092660" y="3546891"/>
            <a:ext cx="3904606" cy="563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77240">
              <a:spcAft>
                <a:spcPts val="600"/>
              </a:spcAft>
            </a:pPr>
            <a:r>
              <a:rPr lang="en-US" sz="153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Google Trend data “Concussions from Football” 2023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8B8874-05B6-9F89-789D-9C8CDD85E893}"/>
              </a:ext>
            </a:extLst>
          </p:cNvPr>
          <p:cNvSpPr txBox="1"/>
          <p:nvPr/>
        </p:nvSpPr>
        <p:spPr>
          <a:xfrm>
            <a:off x="6071531" y="3658894"/>
            <a:ext cx="4026003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77240">
              <a:spcAft>
                <a:spcPts val="600"/>
              </a:spcAft>
            </a:pPr>
            <a:r>
              <a:rPr lang="en-US" sz="153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Google Trend data “Football and CTE” 2023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A02972-9565-0EF2-8AFD-1F6B1090AD17}"/>
              </a:ext>
            </a:extLst>
          </p:cNvPr>
          <p:cNvSpPr txBox="1"/>
          <p:nvPr/>
        </p:nvSpPr>
        <p:spPr>
          <a:xfrm>
            <a:off x="2092659" y="4319037"/>
            <a:ext cx="8004875" cy="2048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2888" indent="-242888" defTabSz="77724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3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2888" indent="-242888" defTabSz="77724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3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Chronic Traumatic Encephalopathy (CTE) is a devastating neurodegenerative disease with a 30% increase of developing for those participating in tackle football (Orsini et al., 2019).</a:t>
            </a:r>
          </a:p>
          <a:p>
            <a:pPr marL="242888" indent="-242888" defTabSz="77724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3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Risk of CTE begins to double after every 2.6 years of play (Orsini et al., 2019).</a:t>
            </a:r>
          </a:p>
          <a:p>
            <a:pPr marL="242888" indent="-242888" defTabSz="77724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3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Recent trend data showing public searches linking CTE and football with repeated concussions.</a:t>
            </a:r>
          </a:p>
          <a:p>
            <a:pPr marL="242888" indent="-242888" defTabSz="77724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3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information could lead to more families holding out their kids from participating in football, or even kids themselves no longer wanting to play.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745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03386D-8EC0-490A-9296-FAFCF1ADA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4720EDA-E218-43A9-8817-08F09F4DB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87C4F29-0DC4-4901-A2FD-7C88889E6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A781BA-2341-444F-811D-870633C4F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6678" y="0"/>
            <a:ext cx="11145980" cy="6870723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B541B5-4A54-7082-81F4-77931CB2A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965" y="552810"/>
            <a:ext cx="4804659" cy="2228759"/>
          </a:xfrm>
        </p:spPr>
        <p:txBody>
          <a:bodyPr anchor="b">
            <a:normAutofit/>
          </a:bodyPr>
          <a:lstStyle/>
          <a:p>
            <a:r>
              <a:rPr lang="en-US" sz="4800" dirty="0"/>
              <a:t>What’s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DEF13-65C8-8518-7BC3-1261E9350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965" y="2959729"/>
            <a:ext cx="4804659" cy="3341075"/>
          </a:xfrm>
        </p:spPr>
        <p:txBody>
          <a:bodyPr anchor="t">
            <a:normAutofit/>
          </a:bodyPr>
          <a:lstStyle/>
          <a:p>
            <a:r>
              <a:rPr lang="en-US" sz="1700"/>
              <a:t>K-means clustering analysis to find the areas of high football participation amongst youth in Select Sports and high school sports.</a:t>
            </a:r>
          </a:p>
          <a:p>
            <a:r>
              <a:rPr lang="en-US" sz="1700"/>
              <a:t>Survey the kids playing football in areas of high participation gauging football sentiment and desire to play.</a:t>
            </a:r>
          </a:p>
          <a:p>
            <a:r>
              <a:rPr lang="en-US" sz="1700"/>
              <a:t>Survey youth football players family for their desire to have their kid play, or if they would want them to stop playing.</a:t>
            </a:r>
          </a:p>
          <a:p>
            <a:r>
              <a:rPr lang="en-US" sz="1700"/>
              <a:t>Survey parents of those who don’t play football if they would want their kid to start playing.</a:t>
            </a:r>
          </a:p>
        </p:txBody>
      </p:sp>
      <p:pic>
        <p:nvPicPr>
          <p:cNvPr id="7" name="Graphic 6" descr="Rugby">
            <a:extLst>
              <a:ext uri="{FF2B5EF4-FFF2-40B4-BE49-F238E27FC236}">
                <a16:creationId xmlns:a16="http://schemas.microsoft.com/office/drawing/2014/main" id="{EAD6825A-1468-56DD-8AD3-C813C1853E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81684" y="874087"/>
            <a:ext cx="5093140" cy="509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630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5BF1E5-3D1B-60DF-96AF-7473BD0AE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2119" y="891540"/>
            <a:ext cx="4589493" cy="157830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Conclusion</a:t>
            </a:r>
          </a:p>
        </p:txBody>
      </p:sp>
      <p:pic>
        <p:nvPicPr>
          <p:cNvPr id="5" name="Picture 4" descr="Two referees near the goal signalling touchdown to large stadium">
            <a:extLst>
              <a:ext uri="{FF2B5EF4-FFF2-40B4-BE49-F238E27FC236}">
                <a16:creationId xmlns:a16="http://schemas.microsoft.com/office/drawing/2014/main" id="{49F0D94A-E798-FB76-AC17-11864B46F6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745"/>
          <a:stretch/>
        </p:blipFill>
        <p:spPr>
          <a:xfrm>
            <a:off x="1" y="10"/>
            <a:ext cx="6832674" cy="6857990"/>
          </a:xfrm>
          <a:custGeom>
            <a:avLst/>
            <a:gdLst/>
            <a:ahLst/>
            <a:cxnLst/>
            <a:rect l="l" t="t" r="r" b="b"/>
            <a:pathLst>
              <a:path w="6832674" h="6858000">
                <a:moveTo>
                  <a:pt x="0" y="0"/>
                </a:moveTo>
                <a:lnTo>
                  <a:pt x="6832674" y="0"/>
                </a:lnTo>
                <a:lnTo>
                  <a:pt x="6749707" y="183520"/>
                </a:lnTo>
                <a:cubicBezTo>
                  <a:pt x="6327787" y="1181050"/>
                  <a:pt x="6094475" y="2277779"/>
                  <a:pt x="6094475" y="3429000"/>
                </a:cubicBezTo>
                <a:cubicBezTo>
                  <a:pt x="6094475" y="4580222"/>
                  <a:pt x="6327787" y="5676950"/>
                  <a:pt x="6749707" y="6674481"/>
                </a:cubicBezTo>
                <a:lnTo>
                  <a:pt x="683267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355B9-A1B6-D51D-D53F-672231815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119" y="2630161"/>
            <a:ext cx="4589491" cy="3332489"/>
          </a:xfrm>
        </p:spPr>
        <p:txBody>
          <a:bodyPr>
            <a:normAutofit/>
          </a:bodyPr>
          <a:lstStyle/>
          <a:p>
            <a:r>
              <a:rPr lang="en-US" sz="1600" dirty="0"/>
              <a:t>TV viewership of football is increasing.</a:t>
            </a:r>
          </a:p>
          <a:p>
            <a:r>
              <a:rPr lang="en-US" sz="1600" dirty="0"/>
              <a:t>Football remains a popular sport among the youth to play.</a:t>
            </a:r>
          </a:p>
          <a:p>
            <a:r>
              <a:rPr lang="en-US" sz="1600" dirty="0"/>
              <a:t>Research confirming CTE linked to football with increased risks every 2.6 years of play.</a:t>
            </a:r>
          </a:p>
          <a:p>
            <a:r>
              <a:rPr lang="en-US" sz="1600" dirty="0"/>
              <a:t>Google Trends showing public beginning to become aware of CTE and football relationship while becoming informed of what CTE is.</a:t>
            </a:r>
          </a:p>
          <a:p>
            <a:r>
              <a:rPr lang="en-US" sz="1600" dirty="0"/>
              <a:t>Surveys and continued monitoring of participation levels from Select Sports and high school sports need to be continued to track football sentiment.</a:t>
            </a:r>
          </a:p>
        </p:txBody>
      </p:sp>
    </p:spTree>
    <p:extLst>
      <p:ext uri="{BB962C8B-B14F-4D97-AF65-F5344CB8AC3E}">
        <p14:creationId xmlns:p14="http://schemas.microsoft.com/office/powerpoint/2010/main" val="3040918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30444-7746-48D3-C501-883CFD496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60AF2-1FD5-09ED-8A3E-D3D63965C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Football player demographics and statistics [2023]: Number of football players in the US. Football Player 	Demographics and Statistics [2023]: Number Of Football Players In The US. (2022, September 9). 	Retrieved April 20, 2023, from https://www.zippia.com/football-player-jobs/demographics/ 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Google Trends – concussions and football. (2023) Retrieve April 1, 2023 from 	https://trends.google.com/trends/explore?date=today%205</a:t>
            </a:r>
          </a:p>
          <a:p>
            <a:pPr marL="0" indent="0"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y&amp;geo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US&amp;q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=concussions%20and%20football&amp;hl=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Google Trends – football and CTE. (2023) Retrieve April 1, 2023 from 	https://trends.google.com/trends/explore?date=today%205-	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y&amp;geo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US&amp;q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=football%20and%20CTE&amp;hl=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Ojeagbase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S. (2022, November 23). Top 5 popular sports in the United States. Complete Sports. Retrieved 	April 20, 2023, from https://www.completesports.com/top-5-popular-sports-in-the-united-states/ 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Orsini, J. P.,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Crossan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S., Fleming, J.,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Strueh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B., &amp;amp; Perkins-Berry, M. (2019, October 7). CTE risk more than 	doubles after just three years of playing football. Boston University. Retrieved April 2, 2023, from 	https://www.bu.edu/articles/2019/cte-football/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Petrova, A. (2023, April 13). The 10 most popular sports in the USA. The Sporting Blog. Retrieved April 20, 	2023, from https://thesporting.blog/blog/the-10-most-popular-sports-in-the-us 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Youth Sports Facts: Participation rates. The Aspen Institute Project Play. (2021). Retrieved April 20, 2023, 	from https://www.aspenprojectplay.org/youth-sports/facts/participation-rates</a:t>
            </a:r>
          </a:p>
          <a:p>
            <a:endParaRPr lang="en-US" sz="1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253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923</Words>
  <Application>Microsoft Office PowerPoint</Application>
  <PresentationFormat>Widescreen</PresentationFormat>
  <Paragraphs>53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Football Popularity Measure</vt:lpstr>
      <vt:lpstr>Football Supreme</vt:lpstr>
      <vt:lpstr>Survival of Football</vt:lpstr>
      <vt:lpstr>Select Football  Participation  Measured</vt:lpstr>
      <vt:lpstr>National Federation of High School Associations Participation Survey</vt:lpstr>
      <vt:lpstr>Chronic Traumatic Encephalopathy</vt:lpstr>
      <vt:lpstr>What’s next?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Football Popularity Measure</dc:title>
  <dc:creator>Seth Dice</dc:creator>
  <cp:lastModifiedBy>Seth Dice</cp:lastModifiedBy>
  <cp:revision>1</cp:revision>
  <dcterms:created xsi:type="dcterms:W3CDTF">2023-05-14T20:29:25Z</dcterms:created>
  <dcterms:modified xsi:type="dcterms:W3CDTF">2023-05-15T01:21:56Z</dcterms:modified>
</cp:coreProperties>
</file>